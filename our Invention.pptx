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omments/comment1.xml" ContentType="application/vnd.openxmlformats-officedocument.presentationml.comments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4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0" r:id="rId9"/>
    <p:sldId id="264" r:id="rId10"/>
    <p:sldId id="265" r:id="rId11"/>
    <p:sldId id="267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1931"/>
    <a:srgbClr val="B71E42"/>
    <a:srgbClr val="E2DED9"/>
    <a:srgbClr val="FDFDFD"/>
    <a:srgbClr val="DED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C2FFA5D-87B4-456A-9821-1D502468CF0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6.5282350423767038E-2"/>
          <c:y val="0.18515933357628483"/>
          <c:w val="0.83002861858977506"/>
          <c:h val="0.68528935009457392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SQL</c:v>
                </c:pt>
                <c:pt idx="1">
                  <c:v>ER Model</c:v>
                </c:pt>
                <c:pt idx="2">
                  <c:v>Transaction</c:v>
                </c:pt>
                <c:pt idx="3">
                  <c:v>Normalization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0.9</c:v>
                </c:pt>
                <c:pt idx="1">
                  <c:v>0.8</c:v>
                </c:pt>
                <c:pt idx="2">
                  <c:v>0.7</c:v>
                </c:pt>
                <c:pt idx="3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D7-4BD0-8DD6-E120FC6C18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49463568"/>
        <c:axId val="349461904"/>
        <c:axId val="350933424"/>
      </c:bar3DChart>
      <c:catAx>
        <c:axId val="349463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9461904"/>
        <c:crosses val="autoZero"/>
        <c:auto val="1"/>
        <c:lblAlgn val="ctr"/>
        <c:lblOffset val="100"/>
        <c:noMultiLvlLbl val="0"/>
      </c:catAx>
      <c:valAx>
        <c:axId val="349461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9463568"/>
        <c:crosses val="autoZero"/>
        <c:crossBetween val="between"/>
      </c:valAx>
      <c:serAx>
        <c:axId val="35093342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9461904"/>
        <c:crosses val="autoZero"/>
      </c:ser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9-19T14:57:06.432" idx="1">
    <p:pos x="3968" y="184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35615D-1724-4593-8F65-AC45B2393DF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D8120F-B8CB-4A9C-9379-00BF6B88CCD3}">
      <dgm:prSet phldrT="[Text]" phldr="1"/>
      <dgm:spPr/>
      <dgm:t>
        <a:bodyPr/>
        <a:lstStyle/>
        <a:p>
          <a:endParaRPr lang="en-US"/>
        </a:p>
      </dgm:t>
    </dgm:pt>
    <dgm:pt modelId="{D4727DE8-4F8B-40C3-94CB-119E3C3B931F}" type="parTrans" cxnId="{45892B85-0922-4DB5-B4DE-A9C9358FF3C7}">
      <dgm:prSet/>
      <dgm:spPr/>
      <dgm:t>
        <a:bodyPr/>
        <a:lstStyle/>
        <a:p>
          <a:endParaRPr lang="en-US"/>
        </a:p>
      </dgm:t>
    </dgm:pt>
    <dgm:pt modelId="{97B5A0D8-AEE3-4583-8215-E93530F46476}" type="sibTrans" cxnId="{45892B85-0922-4DB5-B4DE-A9C9358FF3C7}">
      <dgm:prSet/>
      <dgm:spPr/>
      <dgm:t>
        <a:bodyPr/>
        <a:lstStyle/>
        <a:p>
          <a:endParaRPr lang="en-US"/>
        </a:p>
      </dgm:t>
    </dgm:pt>
    <dgm:pt modelId="{E21F8D76-575F-482F-A6F3-E188011CB307}">
      <dgm:prSet phldrT="[Text]" phldr="1"/>
      <dgm:spPr/>
      <dgm:t>
        <a:bodyPr/>
        <a:lstStyle/>
        <a:p>
          <a:endParaRPr lang="en-US"/>
        </a:p>
      </dgm:t>
    </dgm:pt>
    <dgm:pt modelId="{A6DCF4A7-6D35-4731-8472-D39F2DFC38B0}" type="parTrans" cxnId="{53244B39-17AF-4E9C-8CE4-4C65BEC37405}">
      <dgm:prSet/>
      <dgm:spPr/>
      <dgm:t>
        <a:bodyPr/>
        <a:lstStyle/>
        <a:p>
          <a:endParaRPr lang="en-US"/>
        </a:p>
      </dgm:t>
    </dgm:pt>
    <dgm:pt modelId="{D36D7699-1281-4D3E-A15B-D684D316E6A8}" type="sibTrans" cxnId="{53244B39-17AF-4E9C-8CE4-4C65BEC37405}">
      <dgm:prSet/>
      <dgm:spPr/>
      <dgm:t>
        <a:bodyPr/>
        <a:lstStyle/>
        <a:p>
          <a:endParaRPr lang="en-US"/>
        </a:p>
      </dgm:t>
    </dgm:pt>
    <dgm:pt modelId="{17487FE4-F600-4289-B647-AA035BFAA47C}">
      <dgm:prSet phldrT="[Text]" phldr="1"/>
      <dgm:spPr/>
      <dgm:t>
        <a:bodyPr/>
        <a:lstStyle/>
        <a:p>
          <a:endParaRPr lang="en-US" dirty="0"/>
        </a:p>
      </dgm:t>
    </dgm:pt>
    <dgm:pt modelId="{DA483FEC-570E-4E27-B047-C74C1494B419}" type="parTrans" cxnId="{F0559491-DE78-49A8-B706-0C4693E230D9}">
      <dgm:prSet/>
      <dgm:spPr/>
      <dgm:t>
        <a:bodyPr/>
        <a:lstStyle/>
        <a:p>
          <a:endParaRPr lang="en-US"/>
        </a:p>
      </dgm:t>
    </dgm:pt>
    <dgm:pt modelId="{91748B91-DCD7-4739-871E-268BEE93DB28}" type="sibTrans" cxnId="{F0559491-DE78-49A8-B706-0C4693E230D9}">
      <dgm:prSet/>
      <dgm:spPr/>
      <dgm:t>
        <a:bodyPr/>
        <a:lstStyle/>
        <a:p>
          <a:endParaRPr lang="en-US"/>
        </a:p>
      </dgm:t>
    </dgm:pt>
    <dgm:pt modelId="{D99823C1-791E-4A14-8C93-5589D187E0E7}">
      <dgm:prSet phldrT="[Text]" phldr="1"/>
      <dgm:spPr/>
      <dgm:t>
        <a:bodyPr/>
        <a:lstStyle/>
        <a:p>
          <a:endParaRPr lang="en-US"/>
        </a:p>
      </dgm:t>
    </dgm:pt>
    <dgm:pt modelId="{2C720D74-35CF-4972-BBDD-75E5DB867409}" type="parTrans" cxnId="{FF0D385F-74C5-482E-948F-DCBE598B5541}">
      <dgm:prSet/>
      <dgm:spPr/>
      <dgm:t>
        <a:bodyPr/>
        <a:lstStyle/>
        <a:p>
          <a:endParaRPr lang="en-US"/>
        </a:p>
      </dgm:t>
    </dgm:pt>
    <dgm:pt modelId="{88471BDE-1881-4263-862B-C7D98929580E}" type="sibTrans" cxnId="{FF0D385F-74C5-482E-948F-DCBE598B5541}">
      <dgm:prSet/>
      <dgm:spPr/>
      <dgm:t>
        <a:bodyPr/>
        <a:lstStyle/>
        <a:p>
          <a:endParaRPr lang="en-US"/>
        </a:p>
      </dgm:t>
    </dgm:pt>
    <dgm:pt modelId="{22F36E25-1F20-4C73-B7C8-E71DFE2A2B38}">
      <dgm:prSet phldrT="[Text]" phldr="1"/>
      <dgm:spPr/>
      <dgm:t>
        <a:bodyPr/>
        <a:lstStyle/>
        <a:p>
          <a:endParaRPr lang="en-US" dirty="0"/>
        </a:p>
      </dgm:t>
    </dgm:pt>
    <dgm:pt modelId="{F64D9EAF-4DFA-4882-B2D2-C3664D0BE97B}" type="parTrans" cxnId="{CC37A875-FAF9-49F1-9EE9-4CA588F9434B}">
      <dgm:prSet/>
      <dgm:spPr/>
      <dgm:t>
        <a:bodyPr/>
        <a:lstStyle/>
        <a:p>
          <a:endParaRPr lang="en-US"/>
        </a:p>
      </dgm:t>
    </dgm:pt>
    <dgm:pt modelId="{20270550-5BC7-49AA-AEC1-0833F0BEF8DE}" type="sibTrans" cxnId="{CC37A875-FAF9-49F1-9EE9-4CA588F9434B}">
      <dgm:prSet/>
      <dgm:spPr/>
      <dgm:t>
        <a:bodyPr/>
        <a:lstStyle/>
        <a:p>
          <a:endParaRPr lang="en-US"/>
        </a:p>
      </dgm:t>
    </dgm:pt>
    <dgm:pt modelId="{10B7F151-5168-4A4E-9C55-98C612A39E79}" type="pres">
      <dgm:prSet presAssocID="{9235615D-1724-4593-8F65-AC45B2393DF8}" presName="diagram" presStyleCnt="0">
        <dgm:presLayoutVars>
          <dgm:dir/>
          <dgm:resizeHandles val="exact"/>
        </dgm:presLayoutVars>
      </dgm:prSet>
      <dgm:spPr/>
    </dgm:pt>
    <dgm:pt modelId="{12C63275-54BA-475C-A8C3-F2932511CE5F}" type="pres">
      <dgm:prSet presAssocID="{1BD8120F-B8CB-4A9C-9379-00BF6B88CCD3}" presName="node" presStyleLbl="node1" presStyleIdx="0" presStyleCnt="5" custScaleY="108802">
        <dgm:presLayoutVars>
          <dgm:bulletEnabled val="1"/>
        </dgm:presLayoutVars>
      </dgm:prSet>
      <dgm:spPr/>
    </dgm:pt>
    <dgm:pt modelId="{68F29D4C-127B-4708-8D8B-895958765411}" type="pres">
      <dgm:prSet presAssocID="{97B5A0D8-AEE3-4583-8215-E93530F46476}" presName="sibTrans" presStyleCnt="0"/>
      <dgm:spPr/>
    </dgm:pt>
    <dgm:pt modelId="{51235FFA-60B8-4D34-B7D6-B00633D4C124}" type="pres">
      <dgm:prSet presAssocID="{E21F8D76-575F-482F-A6F3-E188011CB307}" presName="node" presStyleLbl="node1" presStyleIdx="1" presStyleCnt="5">
        <dgm:presLayoutVars>
          <dgm:bulletEnabled val="1"/>
        </dgm:presLayoutVars>
      </dgm:prSet>
      <dgm:spPr/>
    </dgm:pt>
    <dgm:pt modelId="{CBE76446-8FBE-486C-B854-9943863F5C4B}" type="pres">
      <dgm:prSet presAssocID="{D36D7699-1281-4D3E-A15B-D684D316E6A8}" presName="sibTrans" presStyleCnt="0"/>
      <dgm:spPr/>
    </dgm:pt>
    <dgm:pt modelId="{57EC97DA-8644-4C99-97F0-7F07B0D9EB8D}" type="pres">
      <dgm:prSet presAssocID="{17487FE4-F600-4289-B647-AA035BFAA47C}" presName="node" presStyleLbl="node1" presStyleIdx="2" presStyleCnt="5">
        <dgm:presLayoutVars>
          <dgm:bulletEnabled val="1"/>
        </dgm:presLayoutVars>
      </dgm:prSet>
      <dgm:spPr/>
    </dgm:pt>
    <dgm:pt modelId="{9C7B103F-2FC8-4542-8621-E1CE11307DA9}" type="pres">
      <dgm:prSet presAssocID="{91748B91-DCD7-4739-871E-268BEE93DB28}" presName="sibTrans" presStyleCnt="0"/>
      <dgm:spPr/>
    </dgm:pt>
    <dgm:pt modelId="{C4525C99-FD12-4BEF-8120-3F8A9E9C3F90}" type="pres">
      <dgm:prSet presAssocID="{D99823C1-791E-4A14-8C93-5589D187E0E7}" presName="node" presStyleLbl="node1" presStyleIdx="3" presStyleCnt="5">
        <dgm:presLayoutVars>
          <dgm:bulletEnabled val="1"/>
        </dgm:presLayoutVars>
      </dgm:prSet>
      <dgm:spPr/>
    </dgm:pt>
    <dgm:pt modelId="{A013F76F-0B54-4CAB-B0EC-59B900F39D09}" type="pres">
      <dgm:prSet presAssocID="{88471BDE-1881-4263-862B-C7D98929580E}" presName="sibTrans" presStyleCnt="0"/>
      <dgm:spPr/>
    </dgm:pt>
    <dgm:pt modelId="{65CED985-2206-487E-AA75-00929830B2C9}" type="pres">
      <dgm:prSet presAssocID="{22F36E25-1F20-4C73-B7C8-E71DFE2A2B38}" presName="node" presStyleLbl="node1" presStyleIdx="4" presStyleCnt="5">
        <dgm:presLayoutVars>
          <dgm:bulletEnabled val="1"/>
        </dgm:presLayoutVars>
      </dgm:prSet>
      <dgm:spPr/>
    </dgm:pt>
  </dgm:ptLst>
  <dgm:cxnLst>
    <dgm:cxn modelId="{CE168433-A612-4F97-8DBC-12F693EE1164}" type="presOf" srcId="{D99823C1-791E-4A14-8C93-5589D187E0E7}" destId="{C4525C99-FD12-4BEF-8120-3F8A9E9C3F90}" srcOrd="0" destOrd="0" presId="urn:microsoft.com/office/officeart/2005/8/layout/default"/>
    <dgm:cxn modelId="{CC37A875-FAF9-49F1-9EE9-4CA588F9434B}" srcId="{9235615D-1724-4593-8F65-AC45B2393DF8}" destId="{22F36E25-1F20-4C73-B7C8-E71DFE2A2B38}" srcOrd="4" destOrd="0" parTransId="{F64D9EAF-4DFA-4882-B2D2-C3664D0BE97B}" sibTransId="{20270550-5BC7-49AA-AEC1-0833F0BEF8DE}"/>
    <dgm:cxn modelId="{F0559491-DE78-49A8-B706-0C4693E230D9}" srcId="{9235615D-1724-4593-8F65-AC45B2393DF8}" destId="{17487FE4-F600-4289-B647-AA035BFAA47C}" srcOrd="2" destOrd="0" parTransId="{DA483FEC-570E-4E27-B047-C74C1494B419}" sibTransId="{91748B91-DCD7-4739-871E-268BEE93DB28}"/>
    <dgm:cxn modelId="{53244B39-17AF-4E9C-8CE4-4C65BEC37405}" srcId="{9235615D-1724-4593-8F65-AC45B2393DF8}" destId="{E21F8D76-575F-482F-A6F3-E188011CB307}" srcOrd="1" destOrd="0" parTransId="{A6DCF4A7-6D35-4731-8472-D39F2DFC38B0}" sibTransId="{D36D7699-1281-4D3E-A15B-D684D316E6A8}"/>
    <dgm:cxn modelId="{EEFD73E8-3E22-43C7-9408-7A9525D93867}" type="presOf" srcId="{22F36E25-1F20-4C73-B7C8-E71DFE2A2B38}" destId="{65CED985-2206-487E-AA75-00929830B2C9}" srcOrd="0" destOrd="0" presId="urn:microsoft.com/office/officeart/2005/8/layout/default"/>
    <dgm:cxn modelId="{903DEFA8-337E-4D10-B767-B59CB4CF1D46}" type="presOf" srcId="{9235615D-1724-4593-8F65-AC45B2393DF8}" destId="{10B7F151-5168-4A4E-9C55-98C612A39E79}" srcOrd="0" destOrd="0" presId="urn:microsoft.com/office/officeart/2005/8/layout/default"/>
    <dgm:cxn modelId="{FC8ACAA4-B15A-479F-828A-0CA89DA3B247}" type="presOf" srcId="{E21F8D76-575F-482F-A6F3-E188011CB307}" destId="{51235FFA-60B8-4D34-B7D6-B00633D4C124}" srcOrd="0" destOrd="0" presId="urn:microsoft.com/office/officeart/2005/8/layout/default"/>
    <dgm:cxn modelId="{FF0D385F-74C5-482E-948F-DCBE598B5541}" srcId="{9235615D-1724-4593-8F65-AC45B2393DF8}" destId="{D99823C1-791E-4A14-8C93-5589D187E0E7}" srcOrd="3" destOrd="0" parTransId="{2C720D74-35CF-4972-BBDD-75E5DB867409}" sibTransId="{88471BDE-1881-4263-862B-C7D98929580E}"/>
    <dgm:cxn modelId="{D7324CBD-8A6E-48AE-97E8-6228D8A49FE9}" type="presOf" srcId="{1BD8120F-B8CB-4A9C-9379-00BF6B88CCD3}" destId="{12C63275-54BA-475C-A8C3-F2932511CE5F}" srcOrd="0" destOrd="0" presId="urn:microsoft.com/office/officeart/2005/8/layout/default"/>
    <dgm:cxn modelId="{45892B85-0922-4DB5-B4DE-A9C9358FF3C7}" srcId="{9235615D-1724-4593-8F65-AC45B2393DF8}" destId="{1BD8120F-B8CB-4A9C-9379-00BF6B88CCD3}" srcOrd="0" destOrd="0" parTransId="{D4727DE8-4F8B-40C3-94CB-119E3C3B931F}" sibTransId="{97B5A0D8-AEE3-4583-8215-E93530F46476}"/>
    <dgm:cxn modelId="{9341F71F-1739-4A6A-8E0A-5777134D4EC7}" type="presOf" srcId="{17487FE4-F600-4289-B647-AA035BFAA47C}" destId="{57EC97DA-8644-4C99-97F0-7F07B0D9EB8D}" srcOrd="0" destOrd="0" presId="urn:microsoft.com/office/officeart/2005/8/layout/default"/>
    <dgm:cxn modelId="{3C39988B-D6A2-4ED7-8239-023D9329018B}" type="presParOf" srcId="{10B7F151-5168-4A4E-9C55-98C612A39E79}" destId="{12C63275-54BA-475C-A8C3-F2932511CE5F}" srcOrd="0" destOrd="0" presId="urn:microsoft.com/office/officeart/2005/8/layout/default"/>
    <dgm:cxn modelId="{B6ACF9D6-2DE8-47B1-8226-25101195C280}" type="presParOf" srcId="{10B7F151-5168-4A4E-9C55-98C612A39E79}" destId="{68F29D4C-127B-4708-8D8B-895958765411}" srcOrd="1" destOrd="0" presId="urn:microsoft.com/office/officeart/2005/8/layout/default"/>
    <dgm:cxn modelId="{31BF50BC-4730-48B3-97C2-86943FBDE442}" type="presParOf" srcId="{10B7F151-5168-4A4E-9C55-98C612A39E79}" destId="{51235FFA-60B8-4D34-B7D6-B00633D4C124}" srcOrd="2" destOrd="0" presId="urn:microsoft.com/office/officeart/2005/8/layout/default"/>
    <dgm:cxn modelId="{07569CC5-1798-4787-84AF-28E0218A7250}" type="presParOf" srcId="{10B7F151-5168-4A4E-9C55-98C612A39E79}" destId="{CBE76446-8FBE-486C-B854-9943863F5C4B}" srcOrd="3" destOrd="0" presId="urn:microsoft.com/office/officeart/2005/8/layout/default"/>
    <dgm:cxn modelId="{8AFBDE20-2E2C-4EF7-9B71-12B1D8476D11}" type="presParOf" srcId="{10B7F151-5168-4A4E-9C55-98C612A39E79}" destId="{57EC97DA-8644-4C99-97F0-7F07B0D9EB8D}" srcOrd="4" destOrd="0" presId="urn:microsoft.com/office/officeart/2005/8/layout/default"/>
    <dgm:cxn modelId="{47B9B951-E504-42ED-84D0-B442DE358FA1}" type="presParOf" srcId="{10B7F151-5168-4A4E-9C55-98C612A39E79}" destId="{9C7B103F-2FC8-4542-8621-E1CE11307DA9}" srcOrd="5" destOrd="0" presId="urn:microsoft.com/office/officeart/2005/8/layout/default"/>
    <dgm:cxn modelId="{A95010CC-BB30-46F5-9365-80042F084726}" type="presParOf" srcId="{10B7F151-5168-4A4E-9C55-98C612A39E79}" destId="{C4525C99-FD12-4BEF-8120-3F8A9E9C3F90}" srcOrd="6" destOrd="0" presId="urn:microsoft.com/office/officeart/2005/8/layout/default"/>
    <dgm:cxn modelId="{936D9C12-1012-45B3-BB91-3924302FF14B}" type="presParOf" srcId="{10B7F151-5168-4A4E-9C55-98C612A39E79}" destId="{A013F76F-0B54-4CAB-B0EC-59B900F39D09}" srcOrd="7" destOrd="0" presId="urn:microsoft.com/office/officeart/2005/8/layout/default"/>
    <dgm:cxn modelId="{DD3F7F34-75F7-41AE-9D00-F461A19C394B}" type="presParOf" srcId="{10B7F151-5168-4A4E-9C55-98C612A39E79}" destId="{65CED985-2206-487E-AA75-00929830B2C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4C130E-0290-4AAD-AEB9-23DC3D504B37}" type="doc">
      <dgm:prSet loTypeId="urn:microsoft.com/office/officeart/2008/layout/AlternatingHexagons" loCatId="list" qsTypeId="urn:microsoft.com/office/officeart/2005/8/quickstyle/3d9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E4340C-4306-49A4-83AB-47D436C4A512}">
      <dgm:prSet phldrT="[Text]"/>
      <dgm:spPr/>
      <dgm:t>
        <a:bodyPr/>
        <a:lstStyle/>
        <a:p>
          <a:r>
            <a:rPr lang="en-US" dirty="0" smtClean="0"/>
            <a:t>Upload</a:t>
          </a:r>
          <a:endParaRPr lang="en-US" dirty="0"/>
        </a:p>
      </dgm:t>
    </dgm:pt>
    <dgm:pt modelId="{6135DE2E-BD2B-4227-863B-66312653AFF3}" type="parTrans" cxnId="{E2B7FB01-9493-4FC9-8686-C8E727797B33}">
      <dgm:prSet/>
      <dgm:spPr/>
      <dgm:t>
        <a:bodyPr/>
        <a:lstStyle/>
        <a:p>
          <a:endParaRPr lang="en-US"/>
        </a:p>
      </dgm:t>
    </dgm:pt>
    <dgm:pt modelId="{17D5A9F1-0E5D-4852-9621-6F19220BBDA8}" type="sibTrans" cxnId="{E2B7FB01-9493-4FC9-8686-C8E727797B33}">
      <dgm:prSet/>
      <dgm:spPr/>
      <dgm:t>
        <a:bodyPr/>
        <a:lstStyle/>
        <a:p>
          <a:endParaRPr lang="en-US"/>
        </a:p>
      </dgm:t>
    </dgm:pt>
    <dgm:pt modelId="{5E936E9B-2198-4735-98F5-6940CA166F93}">
      <dgm:prSet phldrT="[Text]"/>
      <dgm:spPr/>
      <dgm:t>
        <a:bodyPr/>
        <a:lstStyle/>
        <a:p>
          <a:r>
            <a:rPr lang="en-US" dirty="0" smtClean="0"/>
            <a:t>Extract</a:t>
          </a:r>
        </a:p>
        <a:p>
          <a:r>
            <a:rPr lang="en-US" dirty="0" smtClean="0"/>
            <a:t>Topics</a:t>
          </a:r>
          <a:endParaRPr lang="en-US" dirty="0"/>
        </a:p>
      </dgm:t>
    </dgm:pt>
    <dgm:pt modelId="{06D976D5-1C2D-4BBC-913E-F3CC9FF04BFE}" type="parTrans" cxnId="{6F7FAE7F-69F1-48D7-865A-3556203E907D}">
      <dgm:prSet/>
      <dgm:spPr/>
      <dgm:t>
        <a:bodyPr/>
        <a:lstStyle/>
        <a:p>
          <a:endParaRPr lang="en-US"/>
        </a:p>
      </dgm:t>
    </dgm:pt>
    <dgm:pt modelId="{97EF9BF5-8F03-4ECF-BC3F-AB92AB05D74F}" type="sibTrans" cxnId="{6F7FAE7F-69F1-48D7-865A-3556203E907D}">
      <dgm:prSet/>
      <dgm:spPr/>
      <dgm:t>
        <a:bodyPr/>
        <a:lstStyle/>
        <a:p>
          <a:endParaRPr lang="en-US"/>
        </a:p>
      </dgm:t>
    </dgm:pt>
    <dgm:pt modelId="{39596EF3-3E6B-4917-B131-B6191EE90103}">
      <dgm:prSet phldrT="[Text]"/>
      <dgm:spPr/>
      <dgm:t>
        <a:bodyPr/>
        <a:lstStyle/>
        <a:p>
          <a:r>
            <a:rPr lang="en-US" dirty="0" smtClean="0"/>
            <a:t>Analyze</a:t>
          </a:r>
          <a:endParaRPr lang="en-US" dirty="0"/>
        </a:p>
      </dgm:t>
    </dgm:pt>
    <dgm:pt modelId="{76C9D802-FA1C-4B4B-A409-ACE2FA77C31D}" type="parTrans" cxnId="{3860EE88-BF17-4DCB-9A4F-FC43E7474CAE}">
      <dgm:prSet/>
      <dgm:spPr/>
      <dgm:t>
        <a:bodyPr/>
        <a:lstStyle/>
        <a:p>
          <a:endParaRPr lang="en-US"/>
        </a:p>
      </dgm:t>
    </dgm:pt>
    <dgm:pt modelId="{9F816445-E82B-4837-8416-ADDEAAFDF4A7}" type="sibTrans" cxnId="{3860EE88-BF17-4DCB-9A4F-FC43E7474CAE}">
      <dgm:prSet/>
      <dgm:spPr/>
      <dgm:t>
        <a:bodyPr/>
        <a:lstStyle/>
        <a:p>
          <a:endParaRPr lang="en-US"/>
        </a:p>
      </dgm:t>
    </dgm:pt>
    <dgm:pt modelId="{C0586BAF-E4A0-461F-B3BA-1AF8C1ACBC1B}">
      <dgm:prSet phldrT="[Text]"/>
      <dgm:spPr/>
      <dgm:t>
        <a:bodyPr/>
        <a:lstStyle/>
        <a:p>
          <a:r>
            <a:rPr lang="en-US" dirty="0" smtClean="0"/>
            <a:t>Generate</a:t>
          </a:r>
        </a:p>
        <a:p>
          <a:r>
            <a:rPr lang="en-US" dirty="0" smtClean="0"/>
            <a:t>Topics</a:t>
          </a:r>
          <a:endParaRPr lang="en-US" dirty="0"/>
        </a:p>
      </dgm:t>
    </dgm:pt>
    <dgm:pt modelId="{FEC4B2A5-D2E3-4BF2-9A27-89B2B1B68913}" type="parTrans" cxnId="{98DA871B-C171-4D93-9378-BFF629DECC0E}">
      <dgm:prSet/>
      <dgm:spPr/>
      <dgm:t>
        <a:bodyPr/>
        <a:lstStyle/>
        <a:p>
          <a:endParaRPr lang="en-US"/>
        </a:p>
      </dgm:t>
    </dgm:pt>
    <dgm:pt modelId="{D769CADD-768D-4E94-9B6A-E1BD3059F842}" type="sibTrans" cxnId="{98DA871B-C171-4D93-9378-BFF629DECC0E}">
      <dgm:prSet/>
      <dgm:spPr/>
      <dgm:t>
        <a:bodyPr/>
        <a:lstStyle/>
        <a:p>
          <a:endParaRPr lang="en-US"/>
        </a:p>
      </dgm:t>
    </dgm:pt>
    <dgm:pt modelId="{2696C926-8777-4D03-B7C1-1F48833EA915}">
      <dgm:prSet phldrT="[Text]"/>
      <dgm:spPr/>
      <dgm:t>
        <a:bodyPr/>
        <a:lstStyle/>
        <a:p>
          <a:r>
            <a:rPr lang="en-US" dirty="0" smtClean="0"/>
            <a:t>Analyze</a:t>
          </a:r>
        </a:p>
        <a:p>
          <a:r>
            <a:rPr lang="en-US" dirty="0" smtClean="0"/>
            <a:t>    Performance</a:t>
          </a:r>
          <a:endParaRPr lang="en-US" dirty="0"/>
        </a:p>
      </dgm:t>
    </dgm:pt>
    <dgm:pt modelId="{02E022BB-24FD-483B-9F87-E2988F2D8905}" type="parTrans" cxnId="{58F8C2B2-001F-40E4-B867-2E5D1A2CAE72}">
      <dgm:prSet/>
      <dgm:spPr/>
      <dgm:t>
        <a:bodyPr/>
        <a:lstStyle/>
        <a:p>
          <a:endParaRPr lang="en-US"/>
        </a:p>
      </dgm:t>
    </dgm:pt>
    <dgm:pt modelId="{97552D7E-67F9-4C7C-BF5F-850B07CFA2F4}" type="sibTrans" cxnId="{58F8C2B2-001F-40E4-B867-2E5D1A2CAE72}">
      <dgm:prSet/>
      <dgm:spPr/>
      <dgm:t>
        <a:bodyPr/>
        <a:lstStyle/>
        <a:p>
          <a:endParaRPr lang="en-US"/>
        </a:p>
      </dgm:t>
    </dgm:pt>
    <dgm:pt modelId="{255FDE21-319B-4ABB-BC10-5C3FBE703956}" type="pres">
      <dgm:prSet presAssocID="{524C130E-0290-4AAD-AEB9-23DC3D504B37}" presName="Name0" presStyleCnt="0">
        <dgm:presLayoutVars>
          <dgm:chMax/>
          <dgm:chPref/>
          <dgm:dir/>
          <dgm:animLvl val="lvl"/>
        </dgm:presLayoutVars>
      </dgm:prSet>
      <dgm:spPr/>
    </dgm:pt>
    <dgm:pt modelId="{14E6270C-BBA5-4641-8CEF-D7EB7A9C9A7A}" type="pres">
      <dgm:prSet presAssocID="{EBE4340C-4306-49A4-83AB-47D436C4A512}" presName="composite" presStyleCnt="0"/>
      <dgm:spPr/>
    </dgm:pt>
    <dgm:pt modelId="{CB04F380-BB87-491A-A01E-98999BE3831A}" type="pres">
      <dgm:prSet presAssocID="{EBE4340C-4306-49A4-83AB-47D436C4A512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E912C4-FFFE-4C72-B595-DFD0A056A776}" type="pres">
      <dgm:prSet presAssocID="{EBE4340C-4306-49A4-83AB-47D436C4A512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A65E9F47-8AF3-44D6-AD10-E0418C2D87C9}" type="pres">
      <dgm:prSet presAssocID="{EBE4340C-4306-49A4-83AB-47D436C4A512}" presName="BalanceSpacing" presStyleCnt="0"/>
      <dgm:spPr/>
    </dgm:pt>
    <dgm:pt modelId="{2803D3BE-21E8-49DF-B2DC-91F72B48F7EF}" type="pres">
      <dgm:prSet presAssocID="{EBE4340C-4306-49A4-83AB-47D436C4A512}" presName="BalanceSpacing1" presStyleCnt="0"/>
      <dgm:spPr/>
    </dgm:pt>
    <dgm:pt modelId="{7764DD9E-9871-410D-86A8-6EFEA7823A87}" type="pres">
      <dgm:prSet presAssocID="{17D5A9F1-0E5D-4852-9621-6F19220BBDA8}" presName="Accent1Text" presStyleLbl="node1" presStyleIdx="1" presStyleCnt="6"/>
      <dgm:spPr/>
    </dgm:pt>
    <dgm:pt modelId="{0B0B8F6D-6B5A-411A-8DC0-256BAD36B68C}" type="pres">
      <dgm:prSet presAssocID="{17D5A9F1-0E5D-4852-9621-6F19220BBDA8}" presName="spaceBetweenRectangles" presStyleCnt="0"/>
      <dgm:spPr/>
    </dgm:pt>
    <dgm:pt modelId="{0A5B4E25-16A1-445F-B693-A8BA20060B82}" type="pres">
      <dgm:prSet presAssocID="{5E936E9B-2198-4735-98F5-6940CA166F93}" presName="composite" presStyleCnt="0"/>
      <dgm:spPr/>
    </dgm:pt>
    <dgm:pt modelId="{8EBA8E5D-A23D-4828-90DE-6E17F3991110}" type="pres">
      <dgm:prSet presAssocID="{5E936E9B-2198-4735-98F5-6940CA166F93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46EED213-6ACF-4B45-974C-52BC2B9779A9}" type="pres">
      <dgm:prSet presAssocID="{5E936E9B-2198-4735-98F5-6940CA166F93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DB0F64-4DD7-41F4-8B2C-D1D8A14CDD3B}" type="pres">
      <dgm:prSet presAssocID="{5E936E9B-2198-4735-98F5-6940CA166F93}" presName="BalanceSpacing" presStyleCnt="0"/>
      <dgm:spPr/>
    </dgm:pt>
    <dgm:pt modelId="{21855E69-16B6-4EE4-89E1-483DA1F58531}" type="pres">
      <dgm:prSet presAssocID="{5E936E9B-2198-4735-98F5-6940CA166F93}" presName="BalanceSpacing1" presStyleCnt="0"/>
      <dgm:spPr/>
    </dgm:pt>
    <dgm:pt modelId="{38122040-0AEA-4C2C-A926-82CEE2F9FD99}" type="pres">
      <dgm:prSet presAssocID="{97EF9BF5-8F03-4ECF-BC3F-AB92AB05D74F}" presName="Accent1Text" presStyleLbl="node1" presStyleIdx="3" presStyleCnt="6" custLinFactNeighborY="0"/>
      <dgm:spPr/>
    </dgm:pt>
    <dgm:pt modelId="{1BDEC1C9-3459-463A-AB32-64C656BE2E2C}" type="pres">
      <dgm:prSet presAssocID="{97EF9BF5-8F03-4ECF-BC3F-AB92AB05D74F}" presName="spaceBetweenRectangles" presStyleCnt="0"/>
      <dgm:spPr/>
    </dgm:pt>
    <dgm:pt modelId="{99076548-6D94-4375-99E9-77CB141F5668}" type="pres">
      <dgm:prSet presAssocID="{C0586BAF-E4A0-461F-B3BA-1AF8C1ACBC1B}" presName="composite" presStyleCnt="0"/>
      <dgm:spPr/>
    </dgm:pt>
    <dgm:pt modelId="{9E9B4241-65B0-438A-BF54-0722FBEEA385}" type="pres">
      <dgm:prSet presAssocID="{C0586BAF-E4A0-461F-B3BA-1AF8C1ACBC1B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223E98-9FEB-4380-8D20-3C0036D0CD75}" type="pres">
      <dgm:prSet presAssocID="{C0586BAF-E4A0-461F-B3BA-1AF8C1ACBC1B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5F38EC-2FD7-426D-A4B5-41BA4D1874D4}" type="pres">
      <dgm:prSet presAssocID="{C0586BAF-E4A0-461F-B3BA-1AF8C1ACBC1B}" presName="BalanceSpacing" presStyleCnt="0"/>
      <dgm:spPr/>
    </dgm:pt>
    <dgm:pt modelId="{7FA76561-26EE-4E44-8861-0DAD1C674EAC}" type="pres">
      <dgm:prSet presAssocID="{C0586BAF-E4A0-461F-B3BA-1AF8C1ACBC1B}" presName="BalanceSpacing1" presStyleCnt="0"/>
      <dgm:spPr/>
    </dgm:pt>
    <dgm:pt modelId="{335F8902-D091-4796-86E6-9589B2C37C4E}" type="pres">
      <dgm:prSet presAssocID="{D769CADD-768D-4E94-9B6A-E1BD3059F842}" presName="Accent1Text" presStyleLbl="node1" presStyleIdx="5" presStyleCnt="6"/>
      <dgm:spPr/>
    </dgm:pt>
  </dgm:ptLst>
  <dgm:cxnLst>
    <dgm:cxn modelId="{9D6361C9-8789-4536-A0BD-265F351A5486}" type="presOf" srcId="{D769CADD-768D-4E94-9B6A-E1BD3059F842}" destId="{335F8902-D091-4796-86E6-9589B2C37C4E}" srcOrd="0" destOrd="0" presId="urn:microsoft.com/office/officeart/2008/layout/AlternatingHexagons"/>
    <dgm:cxn modelId="{4F13618A-41DE-418F-81A6-3906AD4C95A4}" type="presOf" srcId="{39596EF3-3E6B-4917-B131-B6191EE90103}" destId="{46EED213-6ACF-4B45-974C-52BC2B9779A9}" srcOrd="0" destOrd="0" presId="urn:microsoft.com/office/officeart/2008/layout/AlternatingHexagons"/>
    <dgm:cxn modelId="{5B70C3D0-5E83-4054-BDB5-4CC82EBD3A17}" type="presOf" srcId="{EBE4340C-4306-49A4-83AB-47D436C4A512}" destId="{CB04F380-BB87-491A-A01E-98999BE3831A}" srcOrd="0" destOrd="0" presId="urn:microsoft.com/office/officeart/2008/layout/AlternatingHexagons"/>
    <dgm:cxn modelId="{638A86E7-64F8-40B2-8247-CC614F004753}" type="presOf" srcId="{5E936E9B-2198-4735-98F5-6940CA166F93}" destId="{8EBA8E5D-A23D-4828-90DE-6E17F3991110}" srcOrd="0" destOrd="0" presId="urn:microsoft.com/office/officeart/2008/layout/AlternatingHexagons"/>
    <dgm:cxn modelId="{6F7FAE7F-69F1-48D7-865A-3556203E907D}" srcId="{524C130E-0290-4AAD-AEB9-23DC3D504B37}" destId="{5E936E9B-2198-4735-98F5-6940CA166F93}" srcOrd="1" destOrd="0" parTransId="{06D976D5-1C2D-4BBC-913E-F3CC9FF04BFE}" sibTransId="{97EF9BF5-8F03-4ECF-BC3F-AB92AB05D74F}"/>
    <dgm:cxn modelId="{8421CEEB-66DD-4353-B7D1-94BB6DCB9DE3}" type="presOf" srcId="{97EF9BF5-8F03-4ECF-BC3F-AB92AB05D74F}" destId="{38122040-0AEA-4C2C-A926-82CEE2F9FD99}" srcOrd="0" destOrd="0" presId="urn:microsoft.com/office/officeart/2008/layout/AlternatingHexagons"/>
    <dgm:cxn modelId="{58F8C2B2-001F-40E4-B867-2E5D1A2CAE72}" srcId="{C0586BAF-E4A0-461F-B3BA-1AF8C1ACBC1B}" destId="{2696C926-8777-4D03-B7C1-1F48833EA915}" srcOrd="0" destOrd="0" parTransId="{02E022BB-24FD-483B-9F87-E2988F2D8905}" sibTransId="{97552D7E-67F9-4C7C-BF5F-850B07CFA2F4}"/>
    <dgm:cxn modelId="{E2B7FB01-9493-4FC9-8686-C8E727797B33}" srcId="{524C130E-0290-4AAD-AEB9-23DC3D504B37}" destId="{EBE4340C-4306-49A4-83AB-47D436C4A512}" srcOrd="0" destOrd="0" parTransId="{6135DE2E-BD2B-4227-863B-66312653AFF3}" sibTransId="{17D5A9F1-0E5D-4852-9621-6F19220BBDA8}"/>
    <dgm:cxn modelId="{D632B9B0-333E-4B48-872D-CF29F153786F}" type="presOf" srcId="{17D5A9F1-0E5D-4852-9621-6F19220BBDA8}" destId="{7764DD9E-9871-410D-86A8-6EFEA7823A87}" srcOrd="0" destOrd="0" presId="urn:microsoft.com/office/officeart/2008/layout/AlternatingHexagons"/>
    <dgm:cxn modelId="{602FC4EF-7C0C-4BE3-BF8E-0FFFA2759918}" type="presOf" srcId="{2696C926-8777-4D03-B7C1-1F48833EA915}" destId="{39223E98-9FEB-4380-8D20-3C0036D0CD75}" srcOrd="0" destOrd="0" presId="urn:microsoft.com/office/officeart/2008/layout/AlternatingHexagons"/>
    <dgm:cxn modelId="{98DA871B-C171-4D93-9378-BFF629DECC0E}" srcId="{524C130E-0290-4AAD-AEB9-23DC3D504B37}" destId="{C0586BAF-E4A0-461F-B3BA-1AF8C1ACBC1B}" srcOrd="2" destOrd="0" parTransId="{FEC4B2A5-D2E3-4BF2-9A27-89B2B1B68913}" sibTransId="{D769CADD-768D-4E94-9B6A-E1BD3059F842}"/>
    <dgm:cxn modelId="{3860EE88-BF17-4DCB-9A4F-FC43E7474CAE}" srcId="{5E936E9B-2198-4735-98F5-6940CA166F93}" destId="{39596EF3-3E6B-4917-B131-B6191EE90103}" srcOrd="0" destOrd="0" parTransId="{76C9D802-FA1C-4B4B-A409-ACE2FA77C31D}" sibTransId="{9F816445-E82B-4837-8416-ADDEAAFDF4A7}"/>
    <dgm:cxn modelId="{1B4ED338-B4E3-4C95-B09D-497F0A6EA156}" type="presOf" srcId="{524C130E-0290-4AAD-AEB9-23DC3D504B37}" destId="{255FDE21-319B-4ABB-BC10-5C3FBE703956}" srcOrd="0" destOrd="0" presId="urn:microsoft.com/office/officeart/2008/layout/AlternatingHexagons"/>
    <dgm:cxn modelId="{49C67BAF-8E7D-4231-A895-142014ACE10F}" type="presOf" srcId="{C0586BAF-E4A0-461F-B3BA-1AF8C1ACBC1B}" destId="{9E9B4241-65B0-438A-BF54-0722FBEEA385}" srcOrd="0" destOrd="0" presId="urn:microsoft.com/office/officeart/2008/layout/AlternatingHexagons"/>
    <dgm:cxn modelId="{06FD38BF-9FFB-4BD6-9963-E601717DC27E}" type="presParOf" srcId="{255FDE21-319B-4ABB-BC10-5C3FBE703956}" destId="{14E6270C-BBA5-4641-8CEF-D7EB7A9C9A7A}" srcOrd="0" destOrd="0" presId="urn:microsoft.com/office/officeart/2008/layout/AlternatingHexagons"/>
    <dgm:cxn modelId="{C2E3E026-9056-4120-BA15-D737CE2F918B}" type="presParOf" srcId="{14E6270C-BBA5-4641-8CEF-D7EB7A9C9A7A}" destId="{CB04F380-BB87-491A-A01E-98999BE3831A}" srcOrd="0" destOrd="0" presId="urn:microsoft.com/office/officeart/2008/layout/AlternatingHexagons"/>
    <dgm:cxn modelId="{0AAAB965-0CCF-4F30-BFD6-389AF97420DA}" type="presParOf" srcId="{14E6270C-BBA5-4641-8CEF-D7EB7A9C9A7A}" destId="{FEE912C4-FFFE-4C72-B595-DFD0A056A776}" srcOrd="1" destOrd="0" presId="urn:microsoft.com/office/officeart/2008/layout/AlternatingHexagons"/>
    <dgm:cxn modelId="{07DD6F08-3239-429B-B27F-AFE9B770A46A}" type="presParOf" srcId="{14E6270C-BBA5-4641-8CEF-D7EB7A9C9A7A}" destId="{A65E9F47-8AF3-44D6-AD10-E0418C2D87C9}" srcOrd="2" destOrd="0" presId="urn:microsoft.com/office/officeart/2008/layout/AlternatingHexagons"/>
    <dgm:cxn modelId="{42BB07CC-17ED-47C2-A723-62A55EF903EB}" type="presParOf" srcId="{14E6270C-BBA5-4641-8CEF-D7EB7A9C9A7A}" destId="{2803D3BE-21E8-49DF-B2DC-91F72B48F7EF}" srcOrd="3" destOrd="0" presId="urn:microsoft.com/office/officeart/2008/layout/AlternatingHexagons"/>
    <dgm:cxn modelId="{3DA71D9D-3EE2-4199-B089-35BF3AF19218}" type="presParOf" srcId="{14E6270C-BBA5-4641-8CEF-D7EB7A9C9A7A}" destId="{7764DD9E-9871-410D-86A8-6EFEA7823A87}" srcOrd="4" destOrd="0" presId="urn:microsoft.com/office/officeart/2008/layout/AlternatingHexagons"/>
    <dgm:cxn modelId="{7C6A2954-69B9-4E11-93DC-6BD67487CB52}" type="presParOf" srcId="{255FDE21-319B-4ABB-BC10-5C3FBE703956}" destId="{0B0B8F6D-6B5A-411A-8DC0-256BAD36B68C}" srcOrd="1" destOrd="0" presId="urn:microsoft.com/office/officeart/2008/layout/AlternatingHexagons"/>
    <dgm:cxn modelId="{01EFAA38-BB69-44CE-86F9-EBD56B43AF4D}" type="presParOf" srcId="{255FDE21-319B-4ABB-BC10-5C3FBE703956}" destId="{0A5B4E25-16A1-445F-B693-A8BA20060B82}" srcOrd="2" destOrd="0" presId="urn:microsoft.com/office/officeart/2008/layout/AlternatingHexagons"/>
    <dgm:cxn modelId="{D8A122C0-32B6-4792-9421-420AF7370F2E}" type="presParOf" srcId="{0A5B4E25-16A1-445F-B693-A8BA20060B82}" destId="{8EBA8E5D-A23D-4828-90DE-6E17F3991110}" srcOrd="0" destOrd="0" presId="urn:microsoft.com/office/officeart/2008/layout/AlternatingHexagons"/>
    <dgm:cxn modelId="{5E63D262-AECF-44E1-B121-67C82DF2D317}" type="presParOf" srcId="{0A5B4E25-16A1-445F-B693-A8BA20060B82}" destId="{46EED213-6ACF-4B45-974C-52BC2B9779A9}" srcOrd="1" destOrd="0" presId="urn:microsoft.com/office/officeart/2008/layout/AlternatingHexagons"/>
    <dgm:cxn modelId="{880426B0-C839-4BB0-90AD-B7FCE9BFE9D5}" type="presParOf" srcId="{0A5B4E25-16A1-445F-B693-A8BA20060B82}" destId="{5CDB0F64-4DD7-41F4-8B2C-D1D8A14CDD3B}" srcOrd="2" destOrd="0" presId="urn:microsoft.com/office/officeart/2008/layout/AlternatingHexagons"/>
    <dgm:cxn modelId="{5E7DA2B5-080A-4B84-B3A6-D58587553673}" type="presParOf" srcId="{0A5B4E25-16A1-445F-B693-A8BA20060B82}" destId="{21855E69-16B6-4EE4-89E1-483DA1F58531}" srcOrd="3" destOrd="0" presId="urn:microsoft.com/office/officeart/2008/layout/AlternatingHexagons"/>
    <dgm:cxn modelId="{B72B3783-6965-4BB6-9D7C-069D4EA1B984}" type="presParOf" srcId="{0A5B4E25-16A1-445F-B693-A8BA20060B82}" destId="{38122040-0AEA-4C2C-A926-82CEE2F9FD99}" srcOrd="4" destOrd="0" presId="urn:microsoft.com/office/officeart/2008/layout/AlternatingHexagons"/>
    <dgm:cxn modelId="{89F59DEB-4FBB-48FB-8786-6D3851BF292E}" type="presParOf" srcId="{255FDE21-319B-4ABB-BC10-5C3FBE703956}" destId="{1BDEC1C9-3459-463A-AB32-64C656BE2E2C}" srcOrd="3" destOrd="0" presId="urn:microsoft.com/office/officeart/2008/layout/AlternatingHexagons"/>
    <dgm:cxn modelId="{438F8186-3F3D-47D5-B3A4-B51C7B53FC77}" type="presParOf" srcId="{255FDE21-319B-4ABB-BC10-5C3FBE703956}" destId="{99076548-6D94-4375-99E9-77CB141F5668}" srcOrd="4" destOrd="0" presId="urn:microsoft.com/office/officeart/2008/layout/AlternatingHexagons"/>
    <dgm:cxn modelId="{08700630-6ACF-466D-BD02-FD14EBF0EE71}" type="presParOf" srcId="{99076548-6D94-4375-99E9-77CB141F5668}" destId="{9E9B4241-65B0-438A-BF54-0722FBEEA385}" srcOrd="0" destOrd="0" presId="urn:microsoft.com/office/officeart/2008/layout/AlternatingHexagons"/>
    <dgm:cxn modelId="{3F47FF3B-031C-4879-8199-563B849C9657}" type="presParOf" srcId="{99076548-6D94-4375-99E9-77CB141F5668}" destId="{39223E98-9FEB-4380-8D20-3C0036D0CD75}" srcOrd="1" destOrd="0" presId="urn:microsoft.com/office/officeart/2008/layout/AlternatingHexagons"/>
    <dgm:cxn modelId="{02C777BA-74C3-4F6F-A87D-728247C3EF29}" type="presParOf" srcId="{99076548-6D94-4375-99E9-77CB141F5668}" destId="{BA5F38EC-2FD7-426D-A4B5-41BA4D1874D4}" srcOrd="2" destOrd="0" presId="urn:microsoft.com/office/officeart/2008/layout/AlternatingHexagons"/>
    <dgm:cxn modelId="{E9A6CE7F-F4AF-4F4F-AA16-E587BE0CF1C3}" type="presParOf" srcId="{99076548-6D94-4375-99E9-77CB141F5668}" destId="{7FA76561-26EE-4E44-8861-0DAD1C674EAC}" srcOrd="3" destOrd="0" presId="urn:microsoft.com/office/officeart/2008/layout/AlternatingHexagons"/>
    <dgm:cxn modelId="{0D1717B4-EAFE-4D5A-B4A0-C19A393202CA}" type="presParOf" srcId="{99076548-6D94-4375-99E9-77CB141F5668}" destId="{335F8902-D091-4796-86E6-9589B2C37C4E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3A3468-D203-4DA8-8D4B-5C24522422E0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7AC47F-ECAA-450F-BAC2-88350B380EFC}">
      <dgm:prSet phldrT="[Text]"/>
      <dgm:spPr>
        <a:solidFill>
          <a:srgbClr val="E51931"/>
        </a:solidFill>
      </dgm:spPr>
      <dgm:t>
        <a:bodyPr/>
        <a:lstStyle/>
        <a:p>
          <a:r>
            <a:rPr lang="en-US" dirty="0" smtClean="0"/>
            <a:t>Increase data redundancy</a:t>
          </a:r>
          <a:endParaRPr lang="en-US" dirty="0"/>
        </a:p>
      </dgm:t>
    </dgm:pt>
    <dgm:pt modelId="{EB80E304-C0B5-43EA-A0ED-C0178017B5C8}" type="parTrans" cxnId="{7D6E1BAB-EBB6-4A38-925E-F7D4F6FB2E96}">
      <dgm:prSet/>
      <dgm:spPr/>
      <dgm:t>
        <a:bodyPr/>
        <a:lstStyle/>
        <a:p>
          <a:endParaRPr lang="en-US"/>
        </a:p>
      </dgm:t>
    </dgm:pt>
    <dgm:pt modelId="{697D544C-3A68-488D-B4C9-6E15EE408DDB}" type="sibTrans" cxnId="{7D6E1BAB-EBB6-4A38-925E-F7D4F6FB2E96}">
      <dgm:prSet/>
      <dgm:spPr/>
      <dgm:t>
        <a:bodyPr/>
        <a:lstStyle/>
        <a:p>
          <a:endParaRPr lang="en-US"/>
        </a:p>
      </dgm:t>
    </dgm:pt>
    <dgm:pt modelId="{6B723F83-6B79-406E-ACF1-B5CCC1E7DB2B}">
      <dgm:prSet phldrT="[Text]"/>
      <dgm:spPr>
        <a:solidFill>
          <a:srgbClr val="92D050"/>
        </a:solidFill>
      </dgm:spPr>
      <dgm:t>
        <a:bodyPr/>
        <a:lstStyle/>
        <a:p>
          <a:r>
            <a:rPr lang="en-US" dirty="0" smtClean="0"/>
            <a:t> Reduce data redundancy</a:t>
          </a:r>
          <a:endParaRPr lang="en-US" dirty="0"/>
        </a:p>
      </dgm:t>
    </dgm:pt>
    <dgm:pt modelId="{CF0D8991-2A75-45B1-A42A-9A48D7798992}" type="parTrans" cxnId="{3615742E-8530-43A5-89F0-0DC8BE174C2F}">
      <dgm:prSet/>
      <dgm:spPr/>
      <dgm:t>
        <a:bodyPr/>
        <a:lstStyle/>
        <a:p>
          <a:endParaRPr lang="en-US"/>
        </a:p>
      </dgm:t>
    </dgm:pt>
    <dgm:pt modelId="{7FA2E69D-79BB-4E07-8C08-ADFDD8ADE204}" type="sibTrans" cxnId="{3615742E-8530-43A5-89F0-0DC8BE174C2F}">
      <dgm:prSet/>
      <dgm:spPr/>
      <dgm:t>
        <a:bodyPr/>
        <a:lstStyle/>
        <a:p>
          <a:endParaRPr lang="en-US"/>
        </a:p>
      </dgm:t>
    </dgm:pt>
    <dgm:pt modelId="{825F5BDD-9338-4E30-BE8F-416F03A6EC69}">
      <dgm:prSet phldrT="[Text]"/>
      <dgm:spPr>
        <a:solidFill>
          <a:srgbClr val="E51931"/>
        </a:solidFill>
      </dgm:spPr>
      <dgm:t>
        <a:bodyPr/>
        <a:lstStyle/>
        <a:p>
          <a:r>
            <a:rPr lang="en-US" dirty="0" smtClean="0"/>
            <a:t>Delete all tables</a:t>
          </a:r>
          <a:endParaRPr lang="en-US" dirty="0"/>
        </a:p>
      </dgm:t>
    </dgm:pt>
    <dgm:pt modelId="{87C6882F-CD4A-4177-9F55-4782C8081036}" type="parTrans" cxnId="{E9552DC7-E8F6-49C2-A7CF-BBBDFCEE2605}">
      <dgm:prSet/>
      <dgm:spPr/>
      <dgm:t>
        <a:bodyPr/>
        <a:lstStyle/>
        <a:p>
          <a:endParaRPr lang="en-US"/>
        </a:p>
      </dgm:t>
    </dgm:pt>
    <dgm:pt modelId="{C590F998-38DF-49A9-BDC0-553C29C545A4}" type="sibTrans" cxnId="{E9552DC7-E8F6-49C2-A7CF-BBBDFCEE2605}">
      <dgm:prSet/>
      <dgm:spPr/>
      <dgm:t>
        <a:bodyPr/>
        <a:lstStyle/>
        <a:p>
          <a:endParaRPr lang="en-US"/>
        </a:p>
      </dgm:t>
    </dgm:pt>
    <dgm:pt modelId="{9A5453A5-BA6D-4653-BB2B-0859CBDD9E53}" type="pres">
      <dgm:prSet presAssocID="{9B3A3468-D203-4DA8-8D4B-5C24522422E0}" presName="Name0" presStyleCnt="0">
        <dgm:presLayoutVars>
          <dgm:chMax val="7"/>
          <dgm:chPref val="7"/>
          <dgm:dir/>
        </dgm:presLayoutVars>
      </dgm:prSet>
      <dgm:spPr/>
    </dgm:pt>
    <dgm:pt modelId="{CF950C61-16FD-40A4-81A1-C4E8A7DC1014}" type="pres">
      <dgm:prSet presAssocID="{9B3A3468-D203-4DA8-8D4B-5C24522422E0}" presName="Name1" presStyleCnt="0"/>
      <dgm:spPr/>
    </dgm:pt>
    <dgm:pt modelId="{547F34FB-D53F-4541-A943-79FB086BEA8E}" type="pres">
      <dgm:prSet presAssocID="{9B3A3468-D203-4DA8-8D4B-5C24522422E0}" presName="cycle" presStyleCnt="0"/>
      <dgm:spPr/>
    </dgm:pt>
    <dgm:pt modelId="{D6AC0C79-A26F-4021-9944-DAB499F16558}" type="pres">
      <dgm:prSet presAssocID="{9B3A3468-D203-4DA8-8D4B-5C24522422E0}" presName="srcNode" presStyleLbl="node1" presStyleIdx="0" presStyleCnt="3"/>
      <dgm:spPr/>
    </dgm:pt>
    <dgm:pt modelId="{2BD0A368-4BF3-4460-A1A1-BE4864174287}" type="pres">
      <dgm:prSet presAssocID="{9B3A3468-D203-4DA8-8D4B-5C24522422E0}" presName="conn" presStyleLbl="parChTrans1D2" presStyleIdx="0" presStyleCnt="1"/>
      <dgm:spPr/>
    </dgm:pt>
    <dgm:pt modelId="{5EAD90FA-A417-4C47-B418-97008FA4E9AC}" type="pres">
      <dgm:prSet presAssocID="{9B3A3468-D203-4DA8-8D4B-5C24522422E0}" presName="extraNode" presStyleLbl="node1" presStyleIdx="0" presStyleCnt="3"/>
      <dgm:spPr/>
    </dgm:pt>
    <dgm:pt modelId="{96967E65-2688-48EA-9861-FC99B8B1393A}" type="pres">
      <dgm:prSet presAssocID="{9B3A3468-D203-4DA8-8D4B-5C24522422E0}" presName="dstNode" presStyleLbl="node1" presStyleIdx="0" presStyleCnt="3"/>
      <dgm:spPr/>
    </dgm:pt>
    <dgm:pt modelId="{DE7FCD80-30F3-4699-9AE2-4E41BAF06083}" type="pres">
      <dgm:prSet presAssocID="{8A7AC47F-ECAA-450F-BAC2-88350B380EFC}" presName="text_1" presStyleLbl="node1" presStyleIdx="0" presStyleCnt="3" custScaleX="70549" custLinFactNeighborX="-12114" custLinFactNeighborY="-4431">
        <dgm:presLayoutVars>
          <dgm:bulletEnabled val="1"/>
        </dgm:presLayoutVars>
      </dgm:prSet>
      <dgm:spPr/>
    </dgm:pt>
    <dgm:pt modelId="{1D76CFEE-6601-4E35-8F51-2CE0DFFD3DC7}" type="pres">
      <dgm:prSet presAssocID="{8A7AC47F-ECAA-450F-BAC2-88350B380EFC}" presName="accent_1" presStyleCnt="0"/>
      <dgm:spPr/>
    </dgm:pt>
    <dgm:pt modelId="{46F025B6-0F25-47A8-B2AD-FC3EF38A6A3B}" type="pres">
      <dgm:prSet presAssocID="{8A7AC47F-ECAA-450F-BAC2-88350B380EFC}" presName="accentRepeatNode" presStyleLbl="solidFgAcc1" presStyleIdx="0" presStyleCnt="3"/>
      <dgm:spPr/>
    </dgm:pt>
    <dgm:pt modelId="{6D18CBF5-98B4-4356-9DE7-17BDB3089278}" type="pres">
      <dgm:prSet presAssocID="{6B723F83-6B79-406E-ACF1-B5CCC1E7DB2B}" presName="text_2" presStyleLbl="node1" presStyleIdx="1" presStyleCnt="3" custScaleX="79847" custScaleY="104034" custLinFactNeighborX="-6716" custLinFactNeighborY="89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3FF6A6-F95F-440A-9877-8A2730A53D74}" type="pres">
      <dgm:prSet presAssocID="{6B723F83-6B79-406E-ACF1-B5CCC1E7DB2B}" presName="accent_2" presStyleCnt="0"/>
      <dgm:spPr/>
    </dgm:pt>
    <dgm:pt modelId="{70C7FBFE-C247-496E-B2B3-D1270B07146B}" type="pres">
      <dgm:prSet presAssocID="{6B723F83-6B79-406E-ACF1-B5CCC1E7DB2B}" presName="accentRepeatNode" presStyleLbl="solidFgAcc1" presStyleIdx="1" presStyleCnt="3"/>
      <dgm:spPr/>
    </dgm:pt>
    <dgm:pt modelId="{F3294854-1D27-4A66-812D-ECF6E5EEF764}" type="pres">
      <dgm:prSet presAssocID="{825F5BDD-9338-4E30-BE8F-416F03A6EC69}" presName="text_3" presStyleLbl="node1" presStyleIdx="2" presStyleCnt="3" custScaleX="68625" custLinFactNeighborX="-12789" custLinFactNeighborY="652">
        <dgm:presLayoutVars>
          <dgm:bulletEnabled val="1"/>
        </dgm:presLayoutVars>
      </dgm:prSet>
      <dgm:spPr/>
    </dgm:pt>
    <dgm:pt modelId="{FA080C07-B77C-45FB-906E-795894B9F385}" type="pres">
      <dgm:prSet presAssocID="{825F5BDD-9338-4E30-BE8F-416F03A6EC69}" presName="accent_3" presStyleCnt="0"/>
      <dgm:spPr/>
    </dgm:pt>
    <dgm:pt modelId="{12A72816-B381-460F-9F69-10891516381C}" type="pres">
      <dgm:prSet presAssocID="{825F5BDD-9338-4E30-BE8F-416F03A6EC69}" presName="accentRepeatNode" presStyleLbl="solidFgAcc1" presStyleIdx="2" presStyleCnt="3"/>
      <dgm:spPr/>
    </dgm:pt>
  </dgm:ptLst>
  <dgm:cxnLst>
    <dgm:cxn modelId="{E9552DC7-E8F6-49C2-A7CF-BBBDFCEE2605}" srcId="{9B3A3468-D203-4DA8-8D4B-5C24522422E0}" destId="{825F5BDD-9338-4E30-BE8F-416F03A6EC69}" srcOrd="2" destOrd="0" parTransId="{87C6882F-CD4A-4177-9F55-4782C8081036}" sibTransId="{C590F998-38DF-49A9-BDC0-553C29C545A4}"/>
    <dgm:cxn modelId="{B8ED6023-F760-49C9-BC86-CA0616121654}" type="presOf" srcId="{8A7AC47F-ECAA-450F-BAC2-88350B380EFC}" destId="{DE7FCD80-30F3-4699-9AE2-4E41BAF06083}" srcOrd="0" destOrd="0" presId="urn:microsoft.com/office/officeart/2008/layout/VerticalCurvedList"/>
    <dgm:cxn modelId="{51316E7B-DC3F-46D0-97E2-D8B3E83654AA}" type="presOf" srcId="{6B723F83-6B79-406E-ACF1-B5CCC1E7DB2B}" destId="{6D18CBF5-98B4-4356-9DE7-17BDB3089278}" srcOrd="0" destOrd="0" presId="urn:microsoft.com/office/officeart/2008/layout/VerticalCurvedList"/>
    <dgm:cxn modelId="{99F00A02-115A-4040-8A57-3C4ABD6FDCDF}" type="presOf" srcId="{825F5BDD-9338-4E30-BE8F-416F03A6EC69}" destId="{F3294854-1D27-4A66-812D-ECF6E5EEF764}" srcOrd="0" destOrd="0" presId="urn:microsoft.com/office/officeart/2008/layout/VerticalCurvedList"/>
    <dgm:cxn modelId="{3615742E-8530-43A5-89F0-0DC8BE174C2F}" srcId="{9B3A3468-D203-4DA8-8D4B-5C24522422E0}" destId="{6B723F83-6B79-406E-ACF1-B5CCC1E7DB2B}" srcOrd="1" destOrd="0" parTransId="{CF0D8991-2A75-45B1-A42A-9A48D7798992}" sibTransId="{7FA2E69D-79BB-4E07-8C08-ADFDD8ADE204}"/>
    <dgm:cxn modelId="{0C8A9D64-A563-4E04-990B-5F864A47E50F}" type="presOf" srcId="{697D544C-3A68-488D-B4C9-6E15EE408DDB}" destId="{2BD0A368-4BF3-4460-A1A1-BE4864174287}" srcOrd="0" destOrd="0" presId="urn:microsoft.com/office/officeart/2008/layout/VerticalCurvedList"/>
    <dgm:cxn modelId="{7D6E1BAB-EBB6-4A38-925E-F7D4F6FB2E96}" srcId="{9B3A3468-D203-4DA8-8D4B-5C24522422E0}" destId="{8A7AC47F-ECAA-450F-BAC2-88350B380EFC}" srcOrd="0" destOrd="0" parTransId="{EB80E304-C0B5-43EA-A0ED-C0178017B5C8}" sibTransId="{697D544C-3A68-488D-B4C9-6E15EE408DDB}"/>
    <dgm:cxn modelId="{D8D57A27-5F9D-4D95-A1FD-FB6599DC385C}" type="presOf" srcId="{9B3A3468-D203-4DA8-8D4B-5C24522422E0}" destId="{9A5453A5-BA6D-4653-BB2B-0859CBDD9E53}" srcOrd="0" destOrd="0" presId="urn:microsoft.com/office/officeart/2008/layout/VerticalCurvedList"/>
    <dgm:cxn modelId="{75D3D349-424D-44CB-8E6B-5E197FD310E8}" type="presParOf" srcId="{9A5453A5-BA6D-4653-BB2B-0859CBDD9E53}" destId="{CF950C61-16FD-40A4-81A1-C4E8A7DC1014}" srcOrd="0" destOrd="0" presId="urn:microsoft.com/office/officeart/2008/layout/VerticalCurvedList"/>
    <dgm:cxn modelId="{12F7052B-966E-4C09-98ED-CDE23E16A800}" type="presParOf" srcId="{CF950C61-16FD-40A4-81A1-C4E8A7DC1014}" destId="{547F34FB-D53F-4541-A943-79FB086BEA8E}" srcOrd="0" destOrd="0" presId="urn:microsoft.com/office/officeart/2008/layout/VerticalCurvedList"/>
    <dgm:cxn modelId="{C57F32D9-E639-440B-8B6A-2E64D9514FDE}" type="presParOf" srcId="{547F34FB-D53F-4541-A943-79FB086BEA8E}" destId="{D6AC0C79-A26F-4021-9944-DAB499F16558}" srcOrd="0" destOrd="0" presId="urn:microsoft.com/office/officeart/2008/layout/VerticalCurvedList"/>
    <dgm:cxn modelId="{08646112-E875-40C3-BD90-BDB1E3D76353}" type="presParOf" srcId="{547F34FB-D53F-4541-A943-79FB086BEA8E}" destId="{2BD0A368-4BF3-4460-A1A1-BE4864174287}" srcOrd="1" destOrd="0" presId="urn:microsoft.com/office/officeart/2008/layout/VerticalCurvedList"/>
    <dgm:cxn modelId="{AE8043D4-174C-439F-A353-37AA1554457B}" type="presParOf" srcId="{547F34FB-D53F-4541-A943-79FB086BEA8E}" destId="{5EAD90FA-A417-4C47-B418-97008FA4E9AC}" srcOrd="2" destOrd="0" presId="urn:microsoft.com/office/officeart/2008/layout/VerticalCurvedList"/>
    <dgm:cxn modelId="{8B235535-C12B-40F7-8394-E2689B2FB0A0}" type="presParOf" srcId="{547F34FB-D53F-4541-A943-79FB086BEA8E}" destId="{96967E65-2688-48EA-9861-FC99B8B1393A}" srcOrd="3" destOrd="0" presId="urn:microsoft.com/office/officeart/2008/layout/VerticalCurvedList"/>
    <dgm:cxn modelId="{CFD79585-5852-4BEE-9FA0-28E511736DB2}" type="presParOf" srcId="{CF950C61-16FD-40A4-81A1-C4E8A7DC1014}" destId="{DE7FCD80-30F3-4699-9AE2-4E41BAF06083}" srcOrd="1" destOrd="0" presId="urn:microsoft.com/office/officeart/2008/layout/VerticalCurvedList"/>
    <dgm:cxn modelId="{2559142E-9E82-4969-A76E-0B579F38691C}" type="presParOf" srcId="{CF950C61-16FD-40A4-81A1-C4E8A7DC1014}" destId="{1D76CFEE-6601-4E35-8F51-2CE0DFFD3DC7}" srcOrd="2" destOrd="0" presId="urn:microsoft.com/office/officeart/2008/layout/VerticalCurvedList"/>
    <dgm:cxn modelId="{E6C8791B-9A17-4F21-8496-0D38CAC5A556}" type="presParOf" srcId="{1D76CFEE-6601-4E35-8F51-2CE0DFFD3DC7}" destId="{46F025B6-0F25-47A8-B2AD-FC3EF38A6A3B}" srcOrd="0" destOrd="0" presId="urn:microsoft.com/office/officeart/2008/layout/VerticalCurvedList"/>
    <dgm:cxn modelId="{62C58857-F7CD-4525-9C23-A2B3AAA99B1B}" type="presParOf" srcId="{CF950C61-16FD-40A4-81A1-C4E8A7DC1014}" destId="{6D18CBF5-98B4-4356-9DE7-17BDB3089278}" srcOrd="3" destOrd="0" presId="urn:microsoft.com/office/officeart/2008/layout/VerticalCurvedList"/>
    <dgm:cxn modelId="{A58BF195-3BCB-4079-88DC-353644F8A942}" type="presParOf" srcId="{CF950C61-16FD-40A4-81A1-C4E8A7DC1014}" destId="{CF3FF6A6-F95F-440A-9877-8A2730A53D74}" srcOrd="4" destOrd="0" presId="urn:microsoft.com/office/officeart/2008/layout/VerticalCurvedList"/>
    <dgm:cxn modelId="{D7FF13BC-93AE-4BFB-8827-447171737769}" type="presParOf" srcId="{CF3FF6A6-F95F-440A-9877-8A2730A53D74}" destId="{70C7FBFE-C247-496E-B2B3-D1270B07146B}" srcOrd="0" destOrd="0" presId="urn:microsoft.com/office/officeart/2008/layout/VerticalCurvedList"/>
    <dgm:cxn modelId="{2B2C7986-E6C3-444B-AEE8-30291824DAD1}" type="presParOf" srcId="{CF950C61-16FD-40A4-81A1-C4E8A7DC1014}" destId="{F3294854-1D27-4A66-812D-ECF6E5EEF764}" srcOrd="5" destOrd="0" presId="urn:microsoft.com/office/officeart/2008/layout/VerticalCurvedList"/>
    <dgm:cxn modelId="{7F3315EF-A521-453C-BC5F-909D083A0F1B}" type="presParOf" srcId="{CF950C61-16FD-40A4-81A1-C4E8A7DC1014}" destId="{FA080C07-B77C-45FB-906E-795894B9F385}" srcOrd="6" destOrd="0" presId="urn:microsoft.com/office/officeart/2008/layout/VerticalCurvedList"/>
    <dgm:cxn modelId="{135A85FE-973F-478C-9A28-F58097298ED1}" type="presParOf" srcId="{FA080C07-B77C-45FB-906E-795894B9F385}" destId="{12A72816-B381-460F-9F69-10891516381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59B400-A46D-4CA7-8855-D1A34F17A54B}" type="doc">
      <dgm:prSet loTypeId="urn:microsoft.com/office/officeart/2005/8/layout/hierarchy3" loCatId="list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498479-F0B3-40A9-9673-228CC63F3970}">
      <dgm:prSet phldrT="[Text]"/>
      <dgm:spPr/>
      <dgm:t>
        <a:bodyPr/>
        <a:lstStyle/>
        <a:p>
          <a:r>
            <a:rPr lang="en-US" dirty="0" smtClean="0"/>
            <a:t>TECH</a:t>
          </a:r>
          <a:endParaRPr lang="en-US" dirty="0"/>
        </a:p>
      </dgm:t>
    </dgm:pt>
    <dgm:pt modelId="{B8437346-9435-4D85-AE89-263AF86A137E}" type="parTrans" cxnId="{4D9466DB-1CEC-4AC9-B957-2CA849BAED97}">
      <dgm:prSet/>
      <dgm:spPr/>
      <dgm:t>
        <a:bodyPr/>
        <a:lstStyle/>
        <a:p>
          <a:endParaRPr lang="en-US"/>
        </a:p>
      </dgm:t>
    </dgm:pt>
    <dgm:pt modelId="{1D241CF7-4ABF-4448-A28E-791658FEB85F}" type="sibTrans" cxnId="{4D9466DB-1CEC-4AC9-B957-2CA849BAED97}">
      <dgm:prSet/>
      <dgm:spPr/>
      <dgm:t>
        <a:bodyPr/>
        <a:lstStyle/>
        <a:p>
          <a:endParaRPr lang="en-US"/>
        </a:p>
      </dgm:t>
    </dgm:pt>
    <dgm:pt modelId="{DA3A55D8-BA6D-4A67-A629-57E2D910236A}">
      <dgm:prSet phldrT="[Text]"/>
      <dgm:spPr/>
      <dgm:t>
        <a:bodyPr/>
        <a:lstStyle/>
        <a:p>
          <a:r>
            <a:rPr lang="en-US" dirty="0" smtClean="0"/>
            <a:t>HTML/CSS/Java Script</a:t>
          </a:r>
          <a:endParaRPr lang="en-US" dirty="0"/>
        </a:p>
      </dgm:t>
    </dgm:pt>
    <dgm:pt modelId="{4C90F748-DB1D-4F09-97C7-903125AC992B}" type="parTrans" cxnId="{F0D59BB5-3C40-4CFF-8626-7B4FC9D11B29}">
      <dgm:prSet/>
      <dgm:spPr/>
      <dgm:t>
        <a:bodyPr/>
        <a:lstStyle/>
        <a:p>
          <a:endParaRPr lang="en-US"/>
        </a:p>
      </dgm:t>
    </dgm:pt>
    <dgm:pt modelId="{60757B74-BCF7-4344-B2B6-924393E75211}" type="sibTrans" cxnId="{F0D59BB5-3C40-4CFF-8626-7B4FC9D11B29}">
      <dgm:prSet/>
      <dgm:spPr/>
      <dgm:t>
        <a:bodyPr/>
        <a:lstStyle/>
        <a:p>
          <a:endParaRPr lang="en-US"/>
        </a:p>
      </dgm:t>
    </dgm:pt>
    <dgm:pt modelId="{A8ED94F3-90B7-4DAE-A821-284BB19C04AD}">
      <dgm:prSet phldrT="[Text]"/>
      <dgm:spPr/>
      <dgm:t>
        <a:bodyPr/>
        <a:lstStyle/>
        <a:p>
          <a:r>
            <a:rPr lang="en-US" dirty="0" smtClean="0"/>
            <a:t>Python &amp; Flask</a:t>
          </a:r>
          <a:endParaRPr lang="en-US" dirty="0"/>
        </a:p>
      </dgm:t>
    </dgm:pt>
    <dgm:pt modelId="{B29C7628-5266-4AB6-BB74-743FAEDFB11B}" type="parTrans" cxnId="{94674396-FE56-4ABB-AACC-AEE93539F171}">
      <dgm:prSet/>
      <dgm:spPr/>
      <dgm:t>
        <a:bodyPr/>
        <a:lstStyle/>
        <a:p>
          <a:endParaRPr lang="en-US"/>
        </a:p>
      </dgm:t>
    </dgm:pt>
    <dgm:pt modelId="{B2B74B47-838B-4306-A895-E05174A365AB}" type="sibTrans" cxnId="{94674396-FE56-4ABB-AACC-AEE93539F171}">
      <dgm:prSet/>
      <dgm:spPr/>
      <dgm:t>
        <a:bodyPr/>
        <a:lstStyle/>
        <a:p>
          <a:endParaRPr lang="en-US"/>
        </a:p>
      </dgm:t>
    </dgm:pt>
    <dgm:pt modelId="{F4B82175-4A7F-4CE1-BA66-4274B144F393}">
      <dgm:prSet phldrT="[Text]"/>
      <dgm:spPr/>
      <dgm:t>
        <a:bodyPr/>
        <a:lstStyle/>
        <a:p>
          <a:r>
            <a:rPr lang="en-US" dirty="0" smtClean="0"/>
            <a:t>PURPOSE</a:t>
          </a:r>
          <a:endParaRPr lang="en-US" dirty="0"/>
        </a:p>
      </dgm:t>
    </dgm:pt>
    <dgm:pt modelId="{D88576E5-A6C8-4C52-B67A-ED159F0AAC00}" type="parTrans" cxnId="{F0815CFA-8690-46BF-844F-F958D9B70E66}">
      <dgm:prSet/>
      <dgm:spPr/>
      <dgm:t>
        <a:bodyPr/>
        <a:lstStyle/>
        <a:p>
          <a:endParaRPr lang="en-US"/>
        </a:p>
      </dgm:t>
    </dgm:pt>
    <dgm:pt modelId="{A9B33DCC-0A16-4269-9284-3947F2F71271}" type="sibTrans" cxnId="{F0815CFA-8690-46BF-844F-F958D9B70E66}">
      <dgm:prSet/>
      <dgm:spPr/>
      <dgm:t>
        <a:bodyPr/>
        <a:lstStyle/>
        <a:p>
          <a:endParaRPr lang="en-US"/>
        </a:p>
      </dgm:t>
    </dgm:pt>
    <dgm:pt modelId="{2F3CACBB-0E48-4BA0-AFD7-4669CF0F84AF}">
      <dgm:prSet phldrT="[Text]"/>
      <dgm:spPr/>
      <dgm:t>
        <a:bodyPr/>
        <a:lstStyle/>
        <a:p>
          <a:r>
            <a:rPr lang="en-US" dirty="0" smtClean="0"/>
            <a:t>Website</a:t>
          </a:r>
          <a:endParaRPr lang="en-US" dirty="0"/>
        </a:p>
      </dgm:t>
    </dgm:pt>
    <dgm:pt modelId="{9A3F7434-E754-4E00-9B96-62C13CEC1047}" type="parTrans" cxnId="{D459CC0A-90CC-4B4F-92EC-A239EE491808}">
      <dgm:prSet/>
      <dgm:spPr/>
      <dgm:t>
        <a:bodyPr/>
        <a:lstStyle/>
        <a:p>
          <a:endParaRPr lang="en-US"/>
        </a:p>
      </dgm:t>
    </dgm:pt>
    <dgm:pt modelId="{AA4CAF68-040B-472E-A608-1C05193D4CA6}" type="sibTrans" cxnId="{D459CC0A-90CC-4B4F-92EC-A239EE491808}">
      <dgm:prSet/>
      <dgm:spPr/>
      <dgm:t>
        <a:bodyPr/>
        <a:lstStyle/>
        <a:p>
          <a:endParaRPr lang="en-US"/>
        </a:p>
      </dgm:t>
    </dgm:pt>
    <dgm:pt modelId="{D6778E12-CD6B-4AB0-AF07-5A5E264E856D}">
      <dgm:prSet phldrT="[Text]"/>
      <dgm:spPr/>
      <dgm:t>
        <a:bodyPr/>
        <a:lstStyle/>
        <a:p>
          <a:r>
            <a:rPr lang="en-US" dirty="0" smtClean="0"/>
            <a:t>Backend</a:t>
          </a:r>
          <a:endParaRPr lang="en-US" dirty="0"/>
        </a:p>
      </dgm:t>
    </dgm:pt>
    <dgm:pt modelId="{AF7A497B-618E-4EB7-9796-866082E40C20}" type="parTrans" cxnId="{A82E60D6-7698-4DBB-B23C-035D3203F5B2}">
      <dgm:prSet/>
      <dgm:spPr/>
      <dgm:t>
        <a:bodyPr/>
        <a:lstStyle/>
        <a:p>
          <a:endParaRPr lang="en-US"/>
        </a:p>
      </dgm:t>
    </dgm:pt>
    <dgm:pt modelId="{BDDD7286-1206-49EB-B102-82145C115FFE}" type="sibTrans" cxnId="{A82E60D6-7698-4DBB-B23C-035D3203F5B2}">
      <dgm:prSet/>
      <dgm:spPr/>
      <dgm:t>
        <a:bodyPr/>
        <a:lstStyle/>
        <a:p>
          <a:endParaRPr lang="en-US"/>
        </a:p>
      </dgm:t>
    </dgm:pt>
    <dgm:pt modelId="{42F9AEEE-0A88-49B4-905C-E573316256DA}" type="pres">
      <dgm:prSet presAssocID="{6859B400-A46D-4CA7-8855-D1A34F17A54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8DD64BB-4FE2-410F-B4C5-D557B4158F39}" type="pres">
      <dgm:prSet presAssocID="{C3498479-F0B3-40A9-9673-228CC63F3970}" presName="root" presStyleCnt="0"/>
      <dgm:spPr/>
    </dgm:pt>
    <dgm:pt modelId="{2392E3DC-E154-4B35-B7CA-4FE5C434F442}" type="pres">
      <dgm:prSet presAssocID="{C3498479-F0B3-40A9-9673-228CC63F3970}" presName="rootComposite" presStyleCnt="0"/>
      <dgm:spPr/>
    </dgm:pt>
    <dgm:pt modelId="{E4A23668-644E-45AC-AC0F-85B0DCE27726}" type="pres">
      <dgm:prSet presAssocID="{C3498479-F0B3-40A9-9673-228CC63F3970}" presName="rootText" presStyleLbl="node1" presStyleIdx="0" presStyleCnt="2"/>
      <dgm:spPr/>
      <dgm:t>
        <a:bodyPr/>
        <a:lstStyle/>
        <a:p>
          <a:endParaRPr lang="en-US"/>
        </a:p>
      </dgm:t>
    </dgm:pt>
    <dgm:pt modelId="{D7A2F5C6-D0F4-41AF-AB15-4740A244D77D}" type="pres">
      <dgm:prSet presAssocID="{C3498479-F0B3-40A9-9673-228CC63F3970}" presName="rootConnector" presStyleLbl="node1" presStyleIdx="0" presStyleCnt="2"/>
      <dgm:spPr/>
    </dgm:pt>
    <dgm:pt modelId="{65280E97-8941-40C1-8B8D-4D48AC2E350B}" type="pres">
      <dgm:prSet presAssocID="{C3498479-F0B3-40A9-9673-228CC63F3970}" presName="childShape" presStyleCnt="0"/>
      <dgm:spPr/>
    </dgm:pt>
    <dgm:pt modelId="{DEB1812A-629D-460C-8E0F-2AE481ECB0EA}" type="pres">
      <dgm:prSet presAssocID="{4C90F748-DB1D-4F09-97C7-903125AC992B}" presName="Name13" presStyleLbl="parChTrans1D2" presStyleIdx="0" presStyleCnt="4"/>
      <dgm:spPr/>
    </dgm:pt>
    <dgm:pt modelId="{46BF7480-5494-409D-99F4-FE096E67CA1F}" type="pres">
      <dgm:prSet presAssocID="{DA3A55D8-BA6D-4A67-A629-57E2D910236A}" presName="child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BABC47-EBAF-49C6-B0BE-3C089E10EFA5}" type="pres">
      <dgm:prSet presAssocID="{B29C7628-5266-4AB6-BB74-743FAEDFB11B}" presName="Name13" presStyleLbl="parChTrans1D2" presStyleIdx="1" presStyleCnt="4"/>
      <dgm:spPr/>
    </dgm:pt>
    <dgm:pt modelId="{1A0BF654-B4DE-4BBD-A1C9-46B4331B1B46}" type="pres">
      <dgm:prSet presAssocID="{A8ED94F3-90B7-4DAE-A821-284BB19C04AD}" presName="childText" presStyleLbl="bgAcc1" presStyleIdx="1" presStyleCnt="4">
        <dgm:presLayoutVars>
          <dgm:bulletEnabled val="1"/>
        </dgm:presLayoutVars>
      </dgm:prSet>
      <dgm:spPr/>
    </dgm:pt>
    <dgm:pt modelId="{97C6FB0D-E392-4B86-B906-6E7C1263E5CB}" type="pres">
      <dgm:prSet presAssocID="{F4B82175-4A7F-4CE1-BA66-4274B144F393}" presName="root" presStyleCnt="0"/>
      <dgm:spPr/>
    </dgm:pt>
    <dgm:pt modelId="{FF094E8E-5D9F-4A06-A89C-ED03F0A3ACE1}" type="pres">
      <dgm:prSet presAssocID="{F4B82175-4A7F-4CE1-BA66-4274B144F393}" presName="rootComposite" presStyleCnt="0"/>
      <dgm:spPr/>
    </dgm:pt>
    <dgm:pt modelId="{C772379F-FB76-492C-ABF7-B252428EB6B0}" type="pres">
      <dgm:prSet presAssocID="{F4B82175-4A7F-4CE1-BA66-4274B144F393}" presName="rootText" presStyleLbl="node1" presStyleIdx="1" presStyleCnt="2"/>
      <dgm:spPr/>
    </dgm:pt>
    <dgm:pt modelId="{89D69787-B1B1-43E2-B1EA-4E6B9CBF3014}" type="pres">
      <dgm:prSet presAssocID="{F4B82175-4A7F-4CE1-BA66-4274B144F393}" presName="rootConnector" presStyleLbl="node1" presStyleIdx="1" presStyleCnt="2"/>
      <dgm:spPr/>
    </dgm:pt>
    <dgm:pt modelId="{9318FD8F-C7AA-4188-BABF-FC68FDC83E6B}" type="pres">
      <dgm:prSet presAssocID="{F4B82175-4A7F-4CE1-BA66-4274B144F393}" presName="childShape" presStyleCnt="0"/>
      <dgm:spPr/>
    </dgm:pt>
    <dgm:pt modelId="{9A48A552-068C-41E1-8D90-017EEA60AA70}" type="pres">
      <dgm:prSet presAssocID="{9A3F7434-E754-4E00-9B96-62C13CEC1047}" presName="Name13" presStyleLbl="parChTrans1D2" presStyleIdx="2" presStyleCnt="4"/>
      <dgm:spPr/>
    </dgm:pt>
    <dgm:pt modelId="{9BF4C7D4-EF8C-4D3A-8D37-96DF549854DF}" type="pres">
      <dgm:prSet presAssocID="{2F3CACBB-0E48-4BA0-AFD7-4669CF0F84AF}" presName="child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4C6C56-DEA9-47BB-B507-5DDE502FAF07}" type="pres">
      <dgm:prSet presAssocID="{AF7A497B-618E-4EB7-9796-866082E40C20}" presName="Name13" presStyleLbl="parChTrans1D2" presStyleIdx="3" presStyleCnt="4"/>
      <dgm:spPr/>
    </dgm:pt>
    <dgm:pt modelId="{D2631DCF-05F0-4DA7-A1C1-841D09258110}" type="pres">
      <dgm:prSet presAssocID="{D6778E12-CD6B-4AB0-AF07-5A5E264E856D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DB4CC09E-AAC6-4F6E-BB26-4EAE82374A47}" type="presOf" srcId="{9A3F7434-E754-4E00-9B96-62C13CEC1047}" destId="{9A48A552-068C-41E1-8D90-017EEA60AA70}" srcOrd="0" destOrd="0" presId="urn:microsoft.com/office/officeart/2005/8/layout/hierarchy3"/>
    <dgm:cxn modelId="{CA3AE85A-6192-42DF-9279-22641E737B7A}" type="presOf" srcId="{DA3A55D8-BA6D-4A67-A629-57E2D910236A}" destId="{46BF7480-5494-409D-99F4-FE096E67CA1F}" srcOrd="0" destOrd="0" presId="urn:microsoft.com/office/officeart/2005/8/layout/hierarchy3"/>
    <dgm:cxn modelId="{F0D59BB5-3C40-4CFF-8626-7B4FC9D11B29}" srcId="{C3498479-F0B3-40A9-9673-228CC63F3970}" destId="{DA3A55D8-BA6D-4A67-A629-57E2D910236A}" srcOrd="0" destOrd="0" parTransId="{4C90F748-DB1D-4F09-97C7-903125AC992B}" sibTransId="{60757B74-BCF7-4344-B2B6-924393E75211}"/>
    <dgm:cxn modelId="{938B248C-F648-4DFF-8105-8210FC000676}" type="presOf" srcId="{A8ED94F3-90B7-4DAE-A821-284BB19C04AD}" destId="{1A0BF654-B4DE-4BBD-A1C9-46B4331B1B46}" srcOrd="0" destOrd="0" presId="urn:microsoft.com/office/officeart/2005/8/layout/hierarchy3"/>
    <dgm:cxn modelId="{73B1ADB8-E700-4E4C-B7D6-A666CC616116}" type="presOf" srcId="{4C90F748-DB1D-4F09-97C7-903125AC992B}" destId="{DEB1812A-629D-460C-8E0F-2AE481ECB0EA}" srcOrd="0" destOrd="0" presId="urn:microsoft.com/office/officeart/2005/8/layout/hierarchy3"/>
    <dgm:cxn modelId="{94674396-FE56-4ABB-AACC-AEE93539F171}" srcId="{C3498479-F0B3-40A9-9673-228CC63F3970}" destId="{A8ED94F3-90B7-4DAE-A821-284BB19C04AD}" srcOrd="1" destOrd="0" parTransId="{B29C7628-5266-4AB6-BB74-743FAEDFB11B}" sibTransId="{B2B74B47-838B-4306-A895-E05174A365AB}"/>
    <dgm:cxn modelId="{27A3B4FF-8FE0-43B0-8345-7E2AED789627}" type="presOf" srcId="{F4B82175-4A7F-4CE1-BA66-4274B144F393}" destId="{C772379F-FB76-492C-ABF7-B252428EB6B0}" srcOrd="0" destOrd="0" presId="urn:microsoft.com/office/officeart/2005/8/layout/hierarchy3"/>
    <dgm:cxn modelId="{DE569575-D5BD-4B7C-90ED-5069B8F65EA1}" type="presOf" srcId="{C3498479-F0B3-40A9-9673-228CC63F3970}" destId="{E4A23668-644E-45AC-AC0F-85B0DCE27726}" srcOrd="0" destOrd="0" presId="urn:microsoft.com/office/officeart/2005/8/layout/hierarchy3"/>
    <dgm:cxn modelId="{4033903A-BD12-4875-BD62-986995251B65}" type="presOf" srcId="{B29C7628-5266-4AB6-BB74-743FAEDFB11B}" destId="{09BABC47-EBAF-49C6-B0BE-3C089E10EFA5}" srcOrd="0" destOrd="0" presId="urn:microsoft.com/office/officeart/2005/8/layout/hierarchy3"/>
    <dgm:cxn modelId="{A82E60D6-7698-4DBB-B23C-035D3203F5B2}" srcId="{F4B82175-4A7F-4CE1-BA66-4274B144F393}" destId="{D6778E12-CD6B-4AB0-AF07-5A5E264E856D}" srcOrd="1" destOrd="0" parTransId="{AF7A497B-618E-4EB7-9796-866082E40C20}" sibTransId="{BDDD7286-1206-49EB-B102-82145C115FFE}"/>
    <dgm:cxn modelId="{0963799C-B50D-4CF7-8BCA-C1CAA70CBEE8}" type="presOf" srcId="{2F3CACBB-0E48-4BA0-AFD7-4669CF0F84AF}" destId="{9BF4C7D4-EF8C-4D3A-8D37-96DF549854DF}" srcOrd="0" destOrd="0" presId="urn:microsoft.com/office/officeart/2005/8/layout/hierarchy3"/>
    <dgm:cxn modelId="{D8BFEE82-1647-4208-805B-AFA72D9278B9}" type="presOf" srcId="{F4B82175-4A7F-4CE1-BA66-4274B144F393}" destId="{89D69787-B1B1-43E2-B1EA-4E6B9CBF3014}" srcOrd="1" destOrd="0" presId="urn:microsoft.com/office/officeart/2005/8/layout/hierarchy3"/>
    <dgm:cxn modelId="{D459CC0A-90CC-4B4F-92EC-A239EE491808}" srcId="{F4B82175-4A7F-4CE1-BA66-4274B144F393}" destId="{2F3CACBB-0E48-4BA0-AFD7-4669CF0F84AF}" srcOrd="0" destOrd="0" parTransId="{9A3F7434-E754-4E00-9B96-62C13CEC1047}" sibTransId="{AA4CAF68-040B-472E-A608-1C05193D4CA6}"/>
    <dgm:cxn modelId="{FD339321-0BF7-43F2-9356-6597F4102978}" type="presOf" srcId="{D6778E12-CD6B-4AB0-AF07-5A5E264E856D}" destId="{D2631DCF-05F0-4DA7-A1C1-841D09258110}" srcOrd="0" destOrd="0" presId="urn:microsoft.com/office/officeart/2005/8/layout/hierarchy3"/>
    <dgm:cxn modelId="{AD988C5F-BA3C-4097-94D7-6A94E029E222}" type="presOf" srcId="{C3498479-F0B3-40A9-9673-228CC63F3970}" destId="{D7A2F5C6-D0F4-41AF-AB15-4740A244D77D}" srcOrd="1" destOrd="0" presId="urn:microsoft.com/office/officeart/2005/8/layout/hierarchy3"/>
    <dgm:cxn modelId="{C9C3FA9B-1CA5-4C73-89BD-E5A8D5145804}" type="presOf" srcId="{AF7A497B-618E-4EB7-9796-866082E40C20}" destId="{E54C6C56-DEA9-47BB-B507-5DDE502FAF07}" srcOrd="0" destOrd="0" presId="urn:microsoft.com/office/officeart/2005/8/layout/hierarchy3"/>
    <dgm:cxn modelId="{4D9466DB-1CEC-4AC9-B957-2CA849BAED97}" srcId="{6859B400-A46D-4CA7-8855-D1A34F17A54B}" destId="{C3498479-F0B3-40A9-9673-228CC63F3970}" srcOrd="0" destOrd="0" parTransId="{B8437346-9435-4D85-AE89-263AF86A137E}" sibTransId="{1D241CF7-4ABF-4448-A28E-791658FEB85F}"/>
    <dgm:cxn modelId="{F0815CFA-8690-46BF-844F-F958D9B70E66}" srcId="{6859B400-A46D-4CA7-8855-D1A34F17A54B}" destId="{F4B82175-4A7F-4CE1-BA66-4274B144F393}" srcOrd="1" destOrd="0" parTransId="{D88576E5-A6C8-4C52-B67A-ED159F0AAC00}" sibTransId="{A9B33DCC-0A16-4269-9284-3947F2F71271}"/>
    <dgm:cxn modelId="{6AB82562-CC96-4D8B-98D7-2A55750E343E}" type="presOf" srcId="{6859B400-A46D-4CA7-8855-D1A34F17A54B}" destId="{42F9AEEE-0A88-49B4-905C-E573316256DA}" srcOrd="0" destOrd="0" presId="urn:microsoft.com/office/officeart/2005/8/layout/hierarchy3"/>
    <dgm:cxn modelId="{2BB59BF0-D60D-456E-B537-FDB1BA7D9644}" type="presParOf" srcId="{42F9AEEE-0A88-49B4-905C-E573316256DA}" destId="{18DD64BB-4FE2-410F-B4C5-D557B4158F39}" srcOrd="0" destOrd="0" presId="urn:microsoft.com/office/officeart/2005/8/layout/hierarchy3"/>
    <dgm:cxn modelId="{4F052BC6-6E5A-418F-BBC0-F6B5A4F3DABD}" type="presParOf" srcId="{18DD64BB-4FE2-410F-B4C5-D557B4158F39}" destId="{2392E3DC-E154-4B35-B7CA-4FE5C434F442}" srcOrd="0" destOrd="0" presId="urn:microsoft.com/office/officeart/2005/8/layout/hierarchy3"/>
    <dgm:cxn modelId="{08C26291-8219-489B-B13D-7A752DA3A2BC}" type="presParOf" srcId="{2392E3DC-E154-4B35-B7CA-4FE5C434F442}" destId="{E4A23668-644E-45AC-AC0F-85B0DCE27726}" srcOrd="0" destOrd="0" presId="urn:microsoft.com/office/officeart/2005/8/layout/hierarchy3"/>
    <dgm:cxn modelId="{5370298E-4652-4CC6-A5E9-A6F737961C6E}" type="presParOf" srcId="{2392E3DC-E154-4B35-B7CA-4FE5C434F442}" destId="{D7A2F5C6-D0F4-41AF-AB15-4740A244D77D}" srcOrd="1" destOrd="0" presId="urn:microsoft.com/office/officeart/2005/8/layout/hierarchy3"/>
    <dgm:cxn modelId="{36CEA0AC-1701-4B20-B73B-880DEAD69A0B}" type="presParOf" srcId="{18DD64BB-4FE2-410F-B4C5-D557B4158F39}" destId="{65280E97-8941-40C1-8B8D-4D48AC2E350B}" srcOrd="1" destOrd="0" presId="urn:microsoft.com/office/officeart/2005/8/layout/hierarchy3"/>
    <dgm:cxn modelId="{DCE5C466-5B51-4F74-B211-1BD9E444C50B}" type="presParOf" srcId="{65280E97-8941-40C1-8B8D-4D48AC2E350B}" destId="{DEB1812A-629D-460C-8E0F-2AE481ECB0EA}" srcOrd="0" destOrd="0" presId="urn:microsoft.com/office/officeart/2005/8/layout/hierarchy3"/>
    <dgm:cxn modelId="{1BEB7BC5-C7E1-4822-9104-DE7D061C5D25}" type="presParOf" srcId="{65280E97-8941-40C1-8B8D-4D48AC2E350B}" destId="{46BF7480-5494-409D-99F4-FE096E67CA1F}" srcOrd="1" destOrd="0" presId="urn:microsoft.com/office/officeart/2005/8/layout/hierarchy3"/>
    <dgm:cxn modelId="{F987A42B-0502-4754-93CB-8B980195BD47}" type="presParOf" srcId="{65280E97-8941-40C1-8B8D-4D48AC2E350B}" destId="{09BABC47-EBAF-49C6-B0BE-3C089E10EFA5}" srcOrd="2" destOrd="0" presId="urn:microsoft.com/office/officeart/2005/8/layout/hierarchy3"/>
    <dgm:cxn modelId="{400057B3-6E14-44B2-83B2-458D242E5B58}" type="presParOf" srcId="{65280E97-8941-40C1-8B8D-4D48AC2E350B}" destId="{1A0BF654-B4DE-4BBD-A1C9-46B4331B1B46}" srcOrd="3" destOrd="0" presId="urn:microsoft.com/office/officeart/2005/8/layout/hierarchy3"/>
    <dgm:cxn modelId="{193FA9F7-9B0C-4819-8262-E3A4534E3583}" type="presParOf" srcId="{42F9AEEE-0A88-49B4-905C-E573316256DA}" destId="{97C6FB0D-E392-4B86-B906-6E7C1263E5CB}" srcOrd="1" destOrd="0" presId="urn:microsoft.com/office/officeart/2005/8/layout/hierarchy3"/>
    <dgm:cxn modelId="{779E3467-0F91-4C40-8144-B4C38D7296B1}" type="presParOf" srcId="{97C6FB0D-E392-4B86-B906-6E7C1263E5CB}" destId="{FF094E8E-5D9F-4A06-A89C-ED03F0A3ACE1}" srcOrd="0" destOrd="0" presId="urn:microsoft.com/office/officeart/2005/8/layout/hierarchy3"/>
    <dgm:cxn modelId="{2C761493-8464-4B6B-86C4-636F1D087D59}" type="presParOf" srcId="{FF094E8E-5D9F-4A06-A89C-ED03F0A3ACE1}" destId="{C772379F-FB76-492C-ABF7-B252428EB6B0}" srcOrd="0" destOrd="0" presId="urn:microsoft.com/office/officeart/2005/8/layout/hierarchy3"/>
    <dgm:cxn modelId="{C81B6B3B-3DA8-428F-8BE2-A9879440A957}" type="presParOf" srcId="{FF094E8E-5D9F-4A06-A89C-ED03F0A3ACE1}" destId="{89D69787-B1B1-43E2-B1EA-4E6B9CBF3014}" srcOrd="1" destOrd="0" presId="urn:microsoft.com/office/officeart/2005/8/layout/hierarchy3"/>
    <dgm:cxn modelId="{6BFBDAB0-D79E-4522-AC68-B02C50CFA0D9}" type="presParOf" srcId="{97C6FB0D-E392-4B86-B906-6E7C1263E5CB}" destId="{9318FD8F-C7AA-4188-BABF-FC68FDC83E6B}" srcOrd="1" destOrd="0" presId="urn:microsoft.com/office/officeart/2005/8/layout/hierarchy3"/>
    <dgm:cxn modelId="{4038305B-C62D-4323-A308-A9D02DFF54F5}" type="presParOf" srcId="{9318FD8F-C7AA-4188-BABF-FC68FDC83E6B}" destId="{9A48A552-068C-41E1-8D90-017EEA60AA70}" srcOrd="0" destOrd="0" presId="urn:microsoft.com/office/officeart/2005/8/layout/hierarchy3"/>
    <dgm:cxn modelId="{F46923EC-0400-431B-B29B-4F68FF3FA555}" type="presParOf" srcId="{9318FD8F-C7AA-4188-BABF-FC68FDC83E6B}" destId="{9BF4C7D4-EF8C-4D3A-8D37-96DF549854DF}" srcOrd="1" destOrd="0" presId="urn:microsoft.com/office/officeart/2005/8/layout/hierarchy3"/>
    <dgm:cxn modelId="{6F800F18-D8AD-49EE-896D-6D0E7FE15633}" type="presParOf" srcId="{9318FD8F-C7AA-4188-BABF-FC68FDC83E6B}" destId="{E54C6C56-DEA9-47BB-B507-5DDE502FAF07}" srcOrd="2" destOrd="0" presId="urn:microsoft.com/office/officeart/2005/8/layout/hierarchy3"/>
    <dgm:cxn modelId="{4913FC56-974A-4CC9-80E5-84D60E71973E}" type="presParOf" srcId="{9318FD8F-C7AA-4188-BABF-FC68FDC83E6B}" destId="{D2631DCF-05F0-4DA7-A1C1-841D09258110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C29D5B-34DF-4A1D-A3BF-404A9F871001}" type="doc">
      <dgm:prSet loTypeId="urn:microsoft.com/office/officeart/2005/8/layout/hierarchy3" loCatId="list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471F436-689F-4BE8-A522-C22552892AD1}">
      <dgm:prSet phldrT="[Text]"/>
      <dgm:spPr/>
      <dgm:t>
        <a:bodyPr/>
        <a:lstStyle/>
        <a:p>
          <a:r>
            <a:rPr lang="en-US" dirty="0" smtClean="0"/>
            <a:t>TECH</a:t>
          </a:r>
          <a:endParaRPr lang="en-US" dirty="0"/>
        </a:p>
      </dgm:t>
    </dgm:pt>
    <dgm:pt modelId="{E638E098-8FA3-44C9-A36D-2A6C1F1DB487}" type="parTrans" cxnId="{7DA43B9A-6DC9-4A0F-87A6-107DF129DE49}">
      <dgm:prSet/>
      <dgm:spPr/>
      <dgm:t>
        <a:bodyPr/>
        <a:lstStyle/>
        <a:p>
          <a:endParaRPr lang="en-US"/>
        </a:p>
      </dgm:t>
    </dgm:pt>
    <dgm:pt modelId="{BA31D406-AB18-4DF0-9CB3-D6D0C8E3B842}" type="sibTrans" cxnId="{7DA43B9A-6DC9-4A0F-87A6-107DF129DE49}">
      <dgm:prSet/>
      <dgm:spPr/>
      <dgm:t>
        <a:bodyPr/>
        <a:lstStyle/>
        <a:p>
          <a:endParaRPr lang="en-US"/>
        </a:p>
      </dgm:t>
    </dgm:pt>
    <dgm:pt modelId="{1A3A12CF-6F1D-47B5-9F3B-E4A090CD673E}">
      <dgm:prSet phldrT="[Text]"/>
      <dgm:spPr/>
      <dgm:t>
        <a:bodyPr/>
        <a:lstStyle/>
        <a:p>
          <a:r>
            <a:rPr lang="en-US" dirty="0" smtClean="0"/>
            <a:t>AI API</a:t>
          </a:r>
          <a:endParaRPr lang="en-US" dirty="0"/>
        </a:p>
      </dgm:t>
    </dgm:pt>
    <dgm:pt modelId="{BC4A2E27-4394-4D27-94AE-4248FDE9A737}" type="parTrans" cxnId="{C48A5D31-A6B3-4578-B0E1-41C5C28CE35E}">
      <dgm:prSet/>
      <dgm:spPr/>
      <dgm:t>
        <a:bodyPr/>
        <a:lstStyle/>
        <a:p>
          <a:endParaRPr lang="en-US"/>
        </a:p>
      </dgm:t>
    </dgm:pt>
    <dgm:pt modelId="{B75A55AA-2820-4BF9-B309-7824DE39931F}" type="sibTrans" cxnId="{C48A5D31-A6B3-4578-B0E1-41C5C28CE35E}">
      <dgm:prSet/>
      <dgm:spPr/>
      <dgm:t>
        <a:bodyPr/>
        <a:lstStyle/>
        <a:p>
          <a:endParaRPr lang="en-US"/>
        </a:p>
      </dgm:t>
    </dgm:pt>
    <dgm:pt modelId="{4D3D9EA3-F88A-415F-B266-6D9D313F96B5}">
      <dgm:prSet phldrT="[Text]"/>
      <dgm:spPr/>
      <dgm:t>
        <a:bodyPr/>
        <a:lstStyle/>
        <a:p>
          <a:r>
            <a:rPr lang="en-US" dirty="0" smtClean="0"/>
            <a:t>SQ Lite</a:t>
          </a:r>
          <a:endParaRPr lang="en-US" dirty="0"/>
        </a:p>
      </dgm:t>
    </dgm:pt>
    <dgm:pt modelId="{DE934D38-4F32-4175-9CBE-E1B41AB27C7B}" type="parTrans" cxnId="{A0CFFE24-151D-4F5E-8D1E-2A6A566DEF7F}">
      <dgm:prSet/>
      <dgm:spPr/>
      <dgm:t>
        <a:bodyPr/>
        <a:lstStyle/>
        <a:p>
          <a:endParaRPr lang="en-US"/>
        </a:p>
      </dgm:t>
    </dgm:pt>
    <dgm:pt modelId="{EF34250D-DEFF-4053-B920-860B845877DF}" type="sibTrans" cxnId="{A0CFFE24-151D-4F5E-8D1E-2A6A566DEF7F}">
      <dgm:prSet/>
      <dgm:spPr/>
      <dgm:t>
        <a:bodyPr/>
        <a:lstStyle/>
        <a:p>
          <a:endParaRPr lang="en-US"/>
        </a:p>
      </dgm:t>
    </dgm:pt>
    <dgm:pt modelId="{EED649B3-BCBE-4A9A-A2D2-48E5BD60C12E}">
      <dgm:prSet phldrT="[Text]"/>
      <dgm:spPr/>
      <dgm:t>
        <a:bodyPr/>
        <a:lstStyle/>
        <a:p>
          <a:r>
            <a:rPr lang="en-US" dirty="0" smtClean="0"/>
            <a:t>PURPOSE</a:t>
          </a:r>
          <a:endParaRPr lang="en-US" dirty="0"/>
        </a:p>
      </dgm:t>
    </dgm:pt>
    <dgm:pt modelId="{E89D27C9-4052-4BEA-90FC-5DB229D5AFF8}" type="parTrans" cxnId="{CDC93E43-D7FE-49CF-8E7B-F2159E8456BA}">
      <dgm:prSet/>
      <dgm:spPr/>
      <dgm:t>
        <a:bodyPr/>
        <a:lstStyle/>
        <a:p>
          <a:endParaRPr lang="en-US"/>
        </a:p>
      </dgm:t>
    </dgm:pt>
    <dgm:pt modelId="{619361DE-5169-467B-B8E4-D139317D73E5}" type="sibTrans" cxnId="{CDC93E43-D7FE-49CF-8E7B-F2159E8456BA}">
      <dgm:prSet/>
      <dgm:spPr/>
      <dgm:t>
        <a:bodyPr/>
        <a:lstStyle/>
        <a:p>
          <a:endParaRPr lang="en-US"/>
        </a:p>
      </dgm:t>
    </dgm:pt>
    <dgm:pt modelId="{595E15A2-706A-42A4-BF8C-0981F1E94FFA}">
      <dgm:prSet phldrT="[Text]"/>
      <dgm:spPr/>
      <dgm:t>
        <a:bodyPr/>
        <a:lstStyle/>
        <a:p>
          <a:r>
            <a:rPr lang="en-US" dirty="0" smtClean="0"/>
            <a:t>Generate Topics/Questions</a:t>
          </a:r>
          <a:endParaRPr lang="en-US" dirty="0"/>
        </a:p>
      </dgm:t>
    </dgm:pt>
    <dgm:pt modelId="{4E0E776E-FF51-48C3-A2EE-CDD0347BC81C}" type="parTrans" cxnId="{15BC22CB-3BE9-419C-ABF9-834F94CA2728}">
      <dgm:prSet/>
      <dgm:spPr/>
      <dgm:t>
        <a:bodyPr/>
        <a:lstStyle/>
        <a:p>
          <a:endParaRPr lang="en-US"/>
        </a:p>
      </dgm:t>
    </dgm:pt>
    <dgm:pt modelId="{5F2F7185-8825-4D48-9C3C-3492E501E42F}" type="sibTrans" cxnId="{15BC22CB-3BE9-419C-ABF9-834F94CA2728}">
      <dgm:prSet/>
      <dgm:spPr/>
      <dgm:t>
        <a:bodyPr/>
        <a:lstStyle/>
        <a:p>
          <a:endParaRPr lang="en-US"/>
        </a:p>
      </dgm:t>
    </dgm:pt>
    <dgm:pt modelId="{5145C9EA-B060-42D3-A0AA-49E23F1F9095}">
      <dgm:prSet phldrT="[Text]"/>
      <dgm:spPr/>
      <dgm:t>
        <a:bodyPr/>
        <a:lstStyle/>
        <a:p>
          <a:r>
            <a:rPr lang="en-US" dirty="0" smtClean="0"/>
            <a:t>Store </a:t>
          </a:r>
          <a:r>
            <a:rPr lang="en-US" dirty="0" err="1" smtClean="0"/>
            <a:t>Qiz</a:t>
          </a:r>
          <a:r>
            <a:rPr lang="en-US" dirty="0" smtClean="0"/>
            <a:t> Results</a:t>
          </a:r>
          <a:endParaRPr lang="en-US" dirty="0"/>
        </a:p>
      </dgm:t>
    </dgm:pt>
    <dgm:pt modelId="{6B2219E0-D148-49CA-A8EE-6171BDBD1767}" type="parTrans" cxnId="{30D82E52-6047-42E2-8963-2ED1A56FAED5}">
      <dgm:prSet/>
      <dgm:spPr/>
      <dgm:t>
        <a:bodyPr/>
        <a:lstStyle/>
        <a:p>
          <a:endParaRPr lang="en-US"/>
        </a:p>
      </dgm:t>
    </dgm:pt>
    <dgm:pt modelId="{94938F4B-3F4D-4F12-BE8E-63C022F8055D}" type="sibTrans" cxnId="{30D82E52-6047-42E2-8963-2ED1A56FAED5}">
      <dgm:prSet/>
      <dgm:spPr/>
      <dgm:t>
        <a:bodyPr/>
        <a:lstStyle/>
        <a:p>
          <a:endParaRPr lang="en-US"/>
        </a:p>
      </dgm:t>
    </dgm:pt>
    <dgm:pt modelId="{26A03D2C-D878-4B50-BE35-6FAA5EB1D81F}" type="pres">
      <dgm:prSet presAssocID="{ADC29D5B-34DF-4A1D-A3BF-404A9F871001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EE11E96-8868-431A-9D40-F535D27C9943}" type="pres">
      <dgm:prSet presAssocID="{7471F436-689F-4BE8-A522-C22552892AD1}" presName="root" presStyleCnt="0"/>
      <dgm:spPr/>
    </dgm:pt>
    <dgm:pt modelId="{0D811432-5024-4CB9-ACA9-102387C60933}" type="pres">
      <dgm:prSet presAssocID="{7471F436-689F-4BE8-A522-C22552892AD1}" presName="rootComposite" presStyleCnt="0"/>
      <dgm:spPr/>
    </dgm:pt>
    <dgm:pt modelId="{104897F6-ABCA-4887-8C10-EA6F9D825438}" type="pres">
      <dgm:prSet presAssocID="{7471F436-689F-4BE8-A522-C22552892AD1}" presName="rootText" presStyleLbl="node1" presStyleIdx="0" presStyleCnt="2"/>
      <dgm:spPr/>
    </dgm:pt>
    <dgm:pt modelId="{7F6D14AA-2C50-4E1B-A16A-611E0E7B3362}" type="pres">
      <dgm:prSet presAssocID="{7471F436-689F-4BE8-A522-C22552892AD1}" presName="rootConnector" presStyleLbl="node1" presStyleIdx="0" presStyleCnt="2"/>
      <dgm:spPr/>
    </dgm:pt>
    <dgm:pt modelId="{7E1AC7E3-1C76-44E6-995C-405091A57C7C}" type="pres">
      <dgm:prSet presAssocID="{7471F436-689F-4BE8-A522-C22552892AD1}" presName="childShape" presStyleCnt="0"/>
      <dgm:spPr/>
    </dgm:pt>
    <dgm:pt modelId="{E13E998D-5854-4EED-905A-75FA038EC0DF}" type="pres">
      <dgm:prSet presAssocID="{BC4A2E27-4394-4D27-94AE-4248FDE9A737}" presName="Name13" presStyleLbl="parChTrans1D2" presStyleIdx="0" presStyleCnt="4"/>
      <dgm:spPr/>
    </dgm:pt>
    <dgm:pt modelId="{0FC49755-834A-4114-9778-ED8CD1177D16}" type="pres">
      <dgm:prSet presAssocID="{1A3A12CF-6F1D-47B5-9F3B-E4A090CD673E}" presName="childText" presStyleLbl="bgAcc1" presStyleIdx="0" presStyleCnt="4">
        <dgm:presLayoutVars>
          <dgm:bulletEnabled val="1"/>
        </dgm:presLayoutVars>
      </dgm:prSet>
      <dgm:spPr/>
    </dgm:pt>
    <dgm:pt modelId="{8A3FEB2C-5BF6-4718-A24C-7CE4424CB1FB}" type="pres">
      <dgm:prSet presAssocID="{DE934D38-4F32-4175-9CBE-E1B41AB27C7B}" presName="Name13" presStyleLbl="parChTrans1D2" presStyleIdx="1" presStyleCnt="4"/>
      <dgm:spPr/>
    </dgm:pt>
    <dgm:pt modelId="{0D8C2915-30EE-46CB-AB9B-8109E8759F3B}" type="pres">
      <dgm:prSet presAssocID="{4D3D9EA3-F88A-415F-B266-6D9D313F96B5}" presName="childText" presStyleLbl="bgAcc1" presStyleIdx="1" presStyleCnt="4">
        <dgm:presLayoutVars>
          <dgm:bulletEnabled val="1"/>
        </dgm:presLayoutVars>
      </dgm:prSet>
      <dgm:spPr/>
    </dgm:pt>
    <dgm:pt modelId="{D1E994E6-3595-4F45-9A22-C8FA5F2494A7}" type="pres">
      <dgm:prSet presAssocID="{EED649B3-BCBE-4A9A-A2D2-48E5BD60C12E}" presName="root" presStyleCnt="0"/>
      <dgm:spPr/>
    </dgm:pt>
    <dgm:pt modelId="{9EFA0869-D891-405F-8719-895483F93272}" type="pres">
      <dgm:prSet presAssocID="{EED649B3-BCBE-4A9A-A2D2-48E5BD60C12E}" presName="rootComposite" presStyleCnt="0"/>
      <dgm:spPr/>
    </dgm:pt>
    <dgm:pt modelId="{8B8085C1-6FA8-4FEC-94D2-A2BCA7CB24E5}" type="pres">
      <dgm:prSet presAssocID="{EED649B3-BCBE-4A9A-A2D2-48E5BD60C12E}" presName="rootText" presStyleLbl="node1" presStyleIdx="1" presStyleCnt="2"/>
      <dgm:spPr/>
    </dgm:pt>
    <dgm:pt modelId="{E77A11E0-FAB1-463D-A8C6-8BD1317AA6AF}" type="pres">
      <dgm:prSet presAssocID="{EED649B3-BCBE-4A9A-A2D2-48E5BD60C12E}" presName="rootConnector" presStyleLbl="node1" presStyleIdx="1" presStyleCnt="2"/>
      <dgm:spPr/>
    </dgm:pt>
    <dgm:pt modelId="{B7B09CB2-8031-4390-B18A-0E6F2F550BA9}" type="pres">
      <dgm:prSet presAssocID="{EED649B3-BCBE-4A9A-A2D2-48E5BD60C12E}" presName="childShape" presStyleCnt="0"/>
      <dgm:spPr/>
    </dgm:pt>
    <dgm:pt modelId="{65616B5C-7169-4023-B6A9-F2DD3B9E241D}" type="pres">
      <dgm:prSet presAssocID="{4E0E776E-FF51-48C3-A2EE-CDD0347BC81C}" presName="Name13" presStyleLbl="parChTrans1D2" presStyleIdx="2" presStyleCnt="4"/>
      <dgm:spPr/>
    </dgm:pt>
    <dgm:pt modelId="{42826CC7-19F9-4C90-A5A0-2FE9C72ECF6C}" type="pres">
      <dgm:prSet presAssocID="{595E15A2-706A-42A4-BF8C-0981F1E94FFA}" presName="child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86048B-B3FF-4D76-ADD5-9ADE3E4EE4DC}" type="pres">
      <dgm:prSet presAssocID="{6B2219E0-D148-49CA-A8EE-6171BDBD1767}" presName="Name13" presStyleLbl="parChTrans1D2" presStyleIdx="3" presStyleCnt="4"/>
      <dgm:spPr/>
    </dgm:pt>
    <dgm:pt modelId="{A91DD035-B214-41B9-9CF5-8C43E874D03F}" type="pres">
      <dgm:prSet presAssocID="{5145C9EA-B060-42D3-A0AA-49E23F1F9095}" presName="child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48A5D31-A6B3-4578-B0E1-41C5C28CE35E}" srcId="{7471F436-689F-4BE8-A522-C22552892AD1}" destId="{1A3A12CF-6F1D-47B5-9F3B-E4A090CD673E}" srcOrd="0" destOrd="0" parTransId="{BC4A2E27-4394-4D27-94AE-4248FDE9A737}" sibTransId="{B75A55AA-2820-4BF9-B309-7824DE39931F}"/>
    <dgm:cxn modelId="{F39B982E-147F-4B50-82F2-7255D6222D59}" type="presOf" srcId="{595E15A2-706A-42A4-BF8C-0981F1E94FFA}" destId="{42826CC7-19F9-4C90-A5A0-2FE9C72ECF6C}" srcOrd="0" destOrd="0" presId="urn:microsoft.com/office/officeart/2005/8/layout/hierarchy3"/>
    <dgm:cxn modelId="{CDC93E43-D7FE-49CF-8E7B-F2159E8456BA}" srcId="{ADC29D5B-34DF-4A1D-A3BF-404A9F871001}" destId="{EED649B3-BCBE-4A9A-A2D2-48E5BD60C12E}" srcOrd="1" destOrd="0" parTransId="{E89D27C9-4052-4BEA-90FC-5DB229D5AFF8}" sibTransId="{619361DE-5169-467B-B8E4-D139317D73E5}"/>
    <dgm:cxn modelId="{9909236D-09F4-4D87-B4CA-A1B8DEB160E5}" type="presOf" srcId="{DE934D38-4F32-4175-9CBE-E1B41AB27C7B}" destId="{8A3FEB2C-5BF6-4718-A24C-7CE4424CB1FB}" srcOrd="0" destOrd="0" presId="urn:microsoft.com/office/officeart/2005/8/layout/hierarchy3"/>
    <dgm:cxn modelId="{6083F86D-94C6-433E-868B-93FA77877E56}" type="presOf" srcId="{7471F436-689F-4BE8-A522-C22552892AD1}" destId="{7F6D14AA-2C50-4E1B-A16A-611E0E7B3362}" srcOrd="1" destOrd="0" presId="urn:microsoft.com/office/officeart/2005/8/layout/hierarchy3"/>
    <dgm:cxn modelId="{6463DC2E-B982-4EF5-9146-594D6C6E5744}" type="presOf" srcId="{4D3D9EA3-F88A-415F-B266-6D9D313F96B5}" destId="{0D8C2915-30EE-46CB-AB9B-8109E8759F3B}" srcOrd="0" destOrd="0" presId="urn:microsoft.com/office/officeart/2005/8/layout/hierarchy3"/>
    <dgm:cxn modelId="{A0CFFE24-151D-4F5E-8D1E-2A6A566DEF7F}" srcId="{7471F436-689F-4BE8-A522-C22552892AD1}" destId="{4D3D9EA3-F88A-415F-B266-6D9D313F96B5}" srcOrd="1" destOrd="0" parTransId="{DE934D38-4F32-4175-9CBE-E1B41AB27C7B}" sibTransId="{EF34250D-DEFF-4053-B920-860B845877DF}"/>
    <dgm:cxn modelId="{B3906280-AA24-4EBE-86C7-6ED8C22ED707}" type="presOf" srcId="{ADC29D5B-34DF-4A1D-A3BF-404A9F871001}" destId="{26A03D2C-D878-4B50-BE35-6FAA5EB1D81F}" srcOrd="0" destOrd="0" presId="urn:microsoft.com/office/officeart/2005/8/layout/hierarchy3"/>
    <dgm:cxn modelId="{E0C2DC41-9B77-4A95-9796-A41FCE6C1BBC}" type="presOf" srcId="{6B2219E0-D148-49CA-A8EE-6171BDBD1767}" destId="{7886048B-B3FF-4D76-ADD5-9ADE3E4EE4DC}" srcOrd="0" destOrd="0" presId="urn:microsoft.com/office/officeart/2005/8/layout/hierarchy3"/>
    <dgm:cxn modelId="{5781DD30-0B3C-4C1D-9918-DE35D54F6F05}" type="presOf" srcId="{5145C9EA-B060-42D3-A0AA-49E23F1F9095}" destId="{A91DD035-B214-41B9-9CF5-8C43E874D03F}" srcOrd="0" destOrd="0" presId="urn:microsoft.com/office/officeart/2005/8/layout/hierarchy3"/>
    <dgm:cxn modelId="{774AA978-BE62-40FA-98AC-0778E12C916F}" type="presOf" srcId="{7471F436-689F-4BE8-A522-C22552892AD1}" destId="{104897F6-ABCA-4887-8C10-EA6F9D825438}" srcOrd="0" destOrd="0" presId="urn:microsoft.com/office/officeart/2005/8/layout/hierarchy3"/>
    <dgm:cxn modelId="{15BC22CB-3BE9-419C-ABF9-834F94CA2728}" srcId="{EED649B3-BCBE-4A9A-A2D2-48E5BD60C12E}" destId="{595E15A2-706A-42A4-BF8C-0981F1E94FFA}" srcOrd="0" destOrd="0" parTransId="{4E0E776E-FF51-48C3-A2EE-CDD0347BC81C}" sibTransId="{5F2F7185-8825-4D48-9C3C-3492E501E42F}"/>
    <dgm:cxn modelId="{15D1C132-835F-49F1-BA5F-F12476DD375C}" type="presOf" srcId="{EED649B3-BCBE-4A9A-A2D2-48E5BD60C12E}" destId="{E77A11E0-FAB1-463D-A8C6-8BD1317AA6AF}" srcOrd="1" destOrd="0" presId="urn:microsoft.com/office/officeart/2005/8/layout/hierarchy3"/>
    <dgm:cxn modelId="{7DA43B9A-6DC9-4A0F-87A6-107DF129DE49}" srcId="{ADC29D5B-34DF-4A1D-A3BF-404A9F871001}" destId="{7471F436-689F-4BE8-A522-C22552892AD1}" srcOrd="0" destOrd="0" parTransId="{E638E098-8FA3-44C9-A36D-2A6C1F1DB487}" sibTransId="{BA31D406-AB18-4DF0-9CB3-D6D0C8E3B842}"/>
    <dgm:cxn modelId="{28C95A22-1156-4428-AF0A-EDD404108F4F}" type="presOf" srcId="{1A3A12CF-6F1D-47B5-9F3B-E4A090CD673E}" destId="{0FC49755-834A-4114-9778-ED8CD1177D16}" srcOrd="0" destOrd="0" presId="urn:microsoft.com/office/officeart/2005/8/layout/hierarchy3"/>
    <dgm:cxn modelId="{8AA67E7F-6A7D-4469-864D-39B0DDD427B4}" type="presOf" srcId="{BC4A2E27-4394-4D27-94AE-4248FDE9A737}" destId="{E13E998D-5854-4EED-905A-75FA038EC0DF}" srcOrd="0" destOrd="0" presId="urn:microsoft.com/office/officeart/2005/8/layout/hierarchy3"/>
    <dgm:cxn modelId="{30D82E52-6047-42E2-8963-2ED1A56FAED5}" srcId="{EED649B3-BCBE-4A9A-A2D2-48E5BD60C12E}" destId="{5145C9EA-B060-42D3-A0AA-49E23F1F9095}" srcOrd="1" destOrd="0" parTransId="{6B2219E0-D148-49CA-A8EE-6171BDBD1767}" sibTransId="{94938F4B-3F4D-4F12-BE8E-63C022F8055D}"/>
    <dgm:cxn modelId="{6E89E53A-2683-4B2D-A4F7-1C3B0517E6E4}" type="presOf" srcId="{EED649B3-BCBE-4A9A-A2D2-48E5BD60C12E}" destId="{8B8085C1-6FA8-4FEC-94D2-A2BCA7CB24E5}" srcOrd="0" destOrd="0" presId="urn:microsoft.com/office/officeart/2005/8/layout/hierarchy3"/>
    <dgm:cxn modelId="{1EE3BEE3-8A10-4EF5-A189-BC77805752C6}" type="presOf" srcId="{4E0E776E-FF51-48C3-A2EE-CDD0347BC81C}" destId="{65616B5C-7169-4023-B6A9-F2DD3B9E241D}" srcOrd="0" destOrd="0" presId="urn:microsoft.com/office/officeart/2005/8/layout/hierarchy3"/>
    <dgm:cxn modelId="{98AB43B9-D463-49C3-9E19-5FEAB56B25D4}" type="presParOf" srcId="{26A03D2C-D878-4B50-BE35-6FAA5EB1D81F}" destId="{BEE11E96-8868-431A-9D40-F535D27C9943}" srcOrd="0" destOrd="0" presId="urn:microsoft.com/office/officeart/2005/8/layout/hierarchy3"/>
    <dgm:cxn modelId="{406E0D15-E259-47ED-9F1D-13A189A35303}" type="presParOf" srcId="{BEE11E96-8868-431A-9D40-F535D27C9943}" destId="{0D811432-5024-4CB9-ACA9-102387C60933}" srcOrd="0" destOrd="0" presId="urn:microsoft.com/office/officeart/2005/8/layout/hierarchy3"/>
    <dgm:cxn modelId="{51694B0B-C24C-4EA5-AF21-6A36A1DA758B}" type="presParOf" srcId="{0D811432-5024-4CB9-ACA9-102387C60933}" destId="{104897F6-ABCA-4887-8C10-EA6F9D825438}" srcOrd="0" destOrd="0" presId="urn:microsoft.com/office/officeart/2005/8/layout/hierarchy3"/>
    <dgm:cxn modelId="{6C15BC6C-39C3-4E3B-A612-9B0A129FA41E}" type="presParOf" srcId="{0D811432-5024-4CB9-ACA9-102387C60933}" destId="{7F6D14AA-2C50-4E1B-A16A-611E0E7B3362}" srcOrd="1" destOrd="0" presId="urn:microsoft.com/office/officeart/2005/8/layout/hierarchy3"/>
    <dgm:cxn modelId="{A381EE56-C12E-4CA6-80BA-DC5CF0D4D84D}" type="presParOf" srcId="{BEE11E96-8868-431A-9D40-F535D27C9943}" destId="{7E1AC7E3-1C76-44E6-995C-405091A57C7C}" srcOrd="1" destOrd="0" presId="urn:microsoft.com/office/officeart/2005/8/layout/hierarchy3"/>
    <dgm:cxn modelId="{A759432F-27CD-4D5C-B78B-A05CC4A8B47A}" type="presParOf" srcId="{7E1AC7E3-1C76-44E6-995C-405091A57C7C}" destId="{E13E998D-5854-4EED-905A-75FA038EC0DF}" srcOrd="0" destOrd="0" presId="urn:microsoft.com/office/officeart/2005/8/layout/hierarchy3"/>
    <dgm:cxn modelId="{11E68119-E6C9-4D6A-95E7-1539A2848966}" type="presParOf" srcId="{7E1AC7E3-1C76-44E6-995C-405091A57C7C}" destId="{0FC49755-834A-4114-9778-ED8CD1177D16}" srcOrd="1" destOrd="0" presId="urn:microsoft.com/office/officeart/2005/8/layout/hierarchy3"/>
    <dgm:cxn modelId="{AF254615-7453-42C5-ADE1-669BD3A963FE}" type="presParOf" srcId="{7E1AC7E3-1C76-44E6-995C-405091A57C7C}" destId="{8A3FEB2C-5BF6-4718-A24C-7CE4424CB1FB}" srcOrd="2" destOrd="0" presId="urn:microsoft.com/office/officeart/2005/8/layout/hierarchy3"/>
    <dgm:cxn modelId="{B7EEBE5C-0919-435A-8AE9-13E18373B171}" type="presParOf" srcId="{7E1AC7E3-1C76-44E6-995C-405091A57C7C}" destId="{0D8C2915-30EE-46CB-AB9B-8109E8759F3B}" srcOrd="3" destOrd="0" presId="urn:microsoft.com/office/officeart/2005/8/layout/hierarchy3"/>
    <dgm:cxn modelId="{A16013DA-BAE2-4AC7-B84B-032588E6C23F}" type="presParOf" srcId="{26A03D2C-D878-4B50-BE35-6FAA5EB1D81F}" destId="{D1E994E6-3595-4F45-9A22-C8FA5F2494A7}" srcOrd="1" destOrd="0" presId="urn:microsoft.com/office/officeart/2005/8/layout/hierarchy3"/>
    <dgm:cxn modelId="{AC474DC2-5294-42C2-B4B6-214C23A0F30D}" type="presParOf" srcId="{D1E994E6-3595-4F45-9A22-C8FA5F2494A7}" destId="{9EFA0869-D891-405F-8719-895483F93272}" srcOrd="0" destOrd="0" presId="urn:microsoft.com/office/officeart/2005/8/layout/hierarchy3"/>
    <dgm:cxn modelId="{277D8BEC-419A-45F9-B1F3-7AC0BEFA32FB}" type="presParOf" srcId="{9EFA0869-D891-405F-8719-895483F93272}" destId="{8B8085C1-6FA8-4FEC-94D2-A2BCA7CB24E5}" srcOrd="0" destOrd="0" presId="urn:microsoft.com/office/officeart/2005/8/layout/hierarchy3"/>
    <dgm:cxn modelId="{70A5A346-F2D6-4DF1-9691-01C7831DADCB}" type="presParOf" srcId="{9EFA0869-D891-405F-8719-895483F93272}" destId="{E77A11E0-FAB1-463D-A8C6-8BD1317AA6AF}" srcOrd="1" destOrd="0" presId="urn:microsoft.com/office/officeart/2005/8/layout/hierarchy3"/>
    <dgm:cxn modelId="{AF5DB77F-2948-4443-B240-A10A4842E24E}" type="presParOf" srcId="{D1E994E6-3595-4F45-9A22-C8FA5F2494A7}" destId="{B7B09CB2-8031-4390-B18A-0E6F2F550BA9}" srcOrd="1" destOrd="0" presId="urn:microsoft.com/office/officeart/2005/8/layout/hierarchy3"/>
    <dgm:cxn modelId="{4BF2E96C-F798-4F16-81F6-DB6B54F9F05E}" type="presParOf" srcId="{B7B09CB2-8031-4390-B18A-0E6F2F550BA9}" destId="{65616B5C-7169-4023-B6A9-F2DD3B9E241D}" srcOrd="0" destOrd="0" presId="urn:microsoft.com/office/officeart/2005/8/layout/hierarchy3"/>
    <dgm:cxn modelId="{031AA744-64FF-483E-8107-FC3C02825F87}" type="presParOf" srcId="{B7B09CB2-8031-4390-B18A-0E6F2F550BA9}" destId="{42826CC7-19F9-4C90-A5A0-2FE9C72ECF6C}" srcOrd="1" destOrd="0" presId="urn:microsoft.com/office/officeart/2005/8/layout/hierarchy3"/>
    <dgm:cxn modelId="{D9599337-F6ED-4E2C-BF35-7D2882B96055}" type="presParOf" srcId="{B7B09CB2-8031-4390-B18A-0E6F2F550BA9}" destId="{7886048B-B3FF-4D76-ADD5-9ADE3E4EE4DC}" srcOrd="2" destOrd="0" presId="urn:microsoft.com/office/officeart/2005/8/layout/hierarchy3"/>
    <dgm:cxn modelId="{D2485390-9840-42E9-A2A1-D4349C499D8F}" type="presParOf" srcId="{B7B09CB2-8031-4390-B18A-0E6F2F550BA9}" destId="{A91DD035-B214-41B9-9CF5-8C43E874D03F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8B8E138-93B2-4EB7-908B-5FF533EA6D6D}" type="doc">
      <dgm:prSet loTypeId="urn:microsoft.com/office/officeart/2005/8/layout/bProcess3" loCatId="process" qsTypeId="urn:microsoft.com/office/officeart/2005/8/quickstyle/3d6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680E3F-8C33-4604-96D8-C44C313BF750}">
      <dgm:prSet phldrT="[Text]"/>
      <dgm:spPr/>
      <dgm:t>
        <a:bodyPr/>
        <a:lstStyle/>
        <a:p>
          <a:r>
            <a:rPr lang="en-US" dirty="0" smtClean="0">
              <a:latin typeface="Algerian" panose="04020705040A02060702" pitchFamily="82" charset="0"/>
            </a:rPr>
            <a:t>Text Notes</a:t>
          </a:r>
          <a:endParaRPr lang="en-US" dirty="0">
            <a:latin typeface="Algerian" panose="04020705040A02060702" pitchFamily="82" charset="0"/>
          </a:endParaRPr>
        </a:p>
      </dgm:t>
    </dgm:pt>
    <dgm:pt modelId="{C64D03FA-8C16-4772-B1AC-35477C3BB516}" type="parTrans" cxnId="{034B121B-4252-4847-93D3-166FC7EEF45C}">
      <dgm:prSet/>
      <dgm:spPr/>
      <dgm:t>
        <a:bodyPr/>
        <a:lstStyle/>
        <a:p>
          <a:endParaRPr lang="en-US"/>
        </a:p>
      </dgm:t>
    </dgm:pt>
    <dgm:pt modelId="{7F3E68EC-B783-4032-A531-B69A10B64417}" type="sibTrans" cxnId="{034B121B-4252-4847-93D3-166FC7EEF45C}">
      <dgm:prSet/>
      <dgm:spPr/>
      <dgm:t>
        <a:bodyPr/>
        <a:lstStyle/>
        <a:p>
          <a:endParaRPr lang="en-US"/>
        </a:p>
      </dgm:t>
    </dgm:pt>
    <dgm:pt modelId="{D72537DB-E708-4E8E-AEE1-7DD13FB11C3D}">
      <dgm:prSet phldrT="[Text]"/>
      <dgm:spPr/>
      <dgm:t>
        <a:bodyPr/>
        <a:lstStyle/>
        <a:p>
          <a:r>
            <a:rPr lang="en-US" dirty="0" smtClean="0">
              <a:latin typeface="Algerian" panose="04020705040A02060702" pitchFamily="82" charset="0"/>
            </a:rPr>
            <a:t>Topic </a:t>
          </a:r>
          <a:r>
            <a:rPr lang="en-US" dirty="0" err="1" smtClean="0">
              <a:latin typeface="Algerian" panose="04020705040A02060702" pitchFamily="82" charset="0"/>
            </a:rPr>
            <a:t>Etraction</a:t>
          </a:r>
          <a:endParaRPr lang="en-US" dirty="0">
            <a:latin typeface="Algerian" panose="04020705040A02060702" pitchFamily="82" charset="0"/>
          </a:endParaRPr>
        </a:p>
      </dgm:t>
    </dgm:pt>
    <dgm:pt modelId="{1FCDD8A6-0CC0-48F3-A479-6194ADCFECC7}" type="parTrans" cxnId="{8CA742F9-AE7F-4FC1-9679-5F0579987C4A}">
      <dgm:prSet/>
      <dgm:spPr/>
      <dgm:t>
        <a:bodyPr/>
        <a:lstStyle/>
        <a:p>
          <a:endParaRPr lang="en-US"/>
        </a:p>
      </dgm:t>
    </dgm:pt>
    <dgm:pt modelId="{D653D10A-F53D-4B24-BD70-0AC37DE16262}" type="sibTrans" cxnId="{8CA742F9-AE7F-4FC1-9679-5F0579987C4A}">
      <dgm:prSet/>
      <dgm:spPr/>
      <dgm:t>
        <a:bodyPr/>
        <a:lstStyle/>
        <a:p>
          <a:endParaRPr lang="en-US"/>
        </a:p>
      </dgm:t>
    </dgm:pt>
    <dgm:pt modelId="{754045F8-ACC6-4584-9512-D0A26E074F1B}">
      <dgm:prSet phldrT="[Text]"/>
      <dgm:spPr/>
      <dgm:t>
        <a:bodyPr/>
        <a:lstStyle/>
        <a:p>
          <a:r>
            <a:rPr lang="en-US" dirty="0" smtClean="0">
              <a:latin typeface="Algerian" panose="04020705040A02060702" pitchFamily="82" charset="0"/>
            </a:rPr>
            <a:t>Question </a:t>
          </a:r>
          <a:r>
            <a:rPr lang="en-US" dirty="0" err="1" smtClean="0">
              <a:latin typeface="Algerian" panose="04020705040A02060702" pitchFamily="82" charset="0"/>
            </a:rPr>
            <a:t>Genaration</a:t>
          </a:r>
          <a:endParaRPr lang="en-US" dirty="0">
            <a:latin typeface="Algerian" panose="04020705040A02060702" pitchFamily="82" charset="0"/>
          </a:endParaRPr>
        </a:p>
      </dgm:t>
    </dgm:pt>
    <dgm:pt modelId="{7B112629-B445-41F8-ABAE-72D1E4BE7BAB}" type="parTrans" cxnId="{BD390B32-8A39-4E3D-B12A-637FC67E9520}">
      <dgm:prSet/>
      <dgm:spPr/>
      <dgm:t>
        <a:bodyPr/>
        <a:lstStyle/>
        <a:p>
          <a:endParaRPr lang="en-US"/>
        </a:p>
      </dgm:t>
    </dgm:pt>
    <dgm:pt modelId="{15CF370C-B7F6-41ED-A026-A6CD4B96291F}" type="sibTrans" cxnId="{BD390B32-8A39-4E3D-B12A-637FC67E9520}">
      <dgm:prSet/>
      <dgm:spPr/>
      <dgm:t>
        <a:bodyPr/>
        <a:lstStyle/>
        <a:p>
          <a:endParaRPr lang="en-US"/>
        </a:p>
      </dgm:t>
    </dgm:pt>
    <dgm:pt modelId="{54F4E26C-EECF-4CD4-9176-4EC60E8D1DA3}">
      <dgm:prSet phldrT="[Text]"/>
      <dgm:spPr/>
      <dgm:t>
        <a:bodyPr/>
        <a:lstStyle/>
        <a:p>
          <a:r>
            <a:rPr lang="en-US" dirty="0" smtClean="0">
              <a:latin typeface="Algerian" panose="04020705040A02060702" pitchFamily="82" charset="0"/>
            </a:rPr>
            <a:t>Quiz</a:t>
          </a:r>
          <a:endParaRPr lang="en-US" dirty="0">
            <a:latin typeface="Algerian" panose="04020705040A02060702" pitchFamily="82" charset="0"/>
          </a:endParaRPr>
        </a:p>
      </dgm:t>
    </dgm:pt>
    <dgm:pt modelId="{430D4D7C-114A-4D5D-A17D-009A0545C84F}" type="parTrans" cxnId="{F2C8DB40-7727-43A4-B6E0-1F900C49A917}">
      <dgm:prSet/>
      <dgm:spPr/>
      <dgm:t>
        <a:bodyPr/>
        <a:lstStyle/>
        <a:p>
          <a:endParaRPr lang="en-US"/>
        </a:p>
      </dgm:t>
    </dgm:pt>
    <dgm:pt modelId="{7ACDE5B6-0B81-481B-B5A3-17312BBD10E3}" type="sibTrans" cxnId="{F2C8DB40-7727-43A4-B6E0-1F900C49A917}">
      <dgm:prSet/>
      <dgm:spPr/>
      <dgm:t>
        <a:bodyPr/>
        <a:lstStyle/>
        <a:p>
          <a:endParaRPr lang="en-US"/>
        </a:p>
      </dgm:t>
    </dgm:pt>
    <dgm:pt modelId="{A9C389F3-FE1B-4DA3-AE35-F023E512ABE4}">
      <dgm:prSet phldrT="[Text]"/>
      <dgm:spPr/>
      <dgm:t>
        <a:bodyPr/>
        <a:lstStyle/>
        <a:p>
          <a:r>
            <a:rPr lang="en-US" dirty="0" smtClean="0">
              <a:latin typeface="Algerian" panose="04020705040A02060702" pitchFamily="82" charset="0"/>
            </a:rPr>
            <a:t>Scoring</a:t>
          </a:r>
          <a:endParaRPr lang="en-US" dirty="0">
            <a:latin typeface="Algerian" panose="04020705040A02060702" pitchFamily="82" charset="0"/>
          </a:endParaRPr>
        </a:p>
      </dgm:t>
    </dgm:pt>
    <dgm:pt modelId="{99CC25C9-A4BA-427E-A731-4AA836AD696D}" type="parTrans" cxnId="{6829A06E-B5BB-4E4E-995E-0DBD152730CC}">
      <dgm:prSet/>
      <dgm:spPr/>
      <dgm:t>
        <a:bodyPr/>
        <a:lstStyle/>
        <a:p>
          <a:endParaRPr lang="en-US"/>
        </a:p>
      </dgm:t>
    </dgm:pt>
    <dgm:pt modelId="{2C9E727E-6FCA-4FBB-A80B-2A7B5D2A1BD8}" type="sibTrans" cxnId="{6829A06E-B5BB-4E4E-995E-0DBD152730CC}">
      <dgm:prSet/>
      <dgm:spPr/>
      <dgm:t>
        <a:bodyPr/>
        <a:lstStyle/>
        <a:p>
          <a:endParaRPr lang="en-US"/>
        </a:p>
      </dgm:t>
    </dgm:pt>
    <dgm:pt modelId="{4EFF9E5D-69E7-4119-B9AB-B0CFF0AFF793}">
      <dgm:prSet phldrT="[Text]"/>
      <dgm:spPr/>
      <dgm:t>
        <a:bodyPr/>
        <a:lstStyle/>
        <a:p>
          <a:r>
            <a:rPr lang="en-US" dirty="0" smtClean="0">
              <a:latin typeface="Algerian" panose="04020705040A02060702" pitchFamily="82" charset="0"/>
            </a:rPr>
            <a:t>Weak Topic Detection</a:t>
          </a:r>
          <a:endParaRPr lang="en-US" dirty="0">
            <a:latin typeface="Algerian" panose="04020705040A02060702" pitchFamily="82" charset="0"/>
          </a:endParaRPr>
        </a:p>
      </dgm:t>
    </dgm:pt>
    <dgm:pt modelId="{DCB42D7B-C856-4148-A6CB-4402204D57BA}" type="parTrans" cxnId="{B4EE1A35-C1A3-43AE-B089-3F47D48E6720}">
      <dgm:prSet/>
      <dgm:spPr/>
      <dgm:t>
        <a:bodyPr/>
        <a:lstStyle/>
        <a:p>
          <a:endParaRPr lang="en-US"/>
        </a:p>
      </dgm:t>
    </dgm:pt>
    <dgm:pt modelId="{ED24150D-7846-4F1E-88A1-09960F6A7296}" type="sibTrans" cxnId="{B4EE1A35-C1A3-43AE-B089-3F47D48E6720}">
      <dgm:prSet/>
      <dgm:spPr/>
      <dgm:t>
        <a:bodyPr/>
        <a:lstStyle/>
        <a:p>
          <a:endParaRPr lang="en-US"/>
        </a:p>
      </dgm:t>
    </dgm:pt>
    <dgm:pt modelId="{B2052206-52BB-4435-B587-9DD3C9B03A03}" type="pres">
      <dgm:prSet presAssocID="{48B8E138-93B2-4EB7-908B-5FF533EA6D6D}" presName="Name0" presStyleCnt="0">
        <dgm:presLayoutVars>
          <dgm:dir/>
          <dgm:resizeHandles val="exact"/>
        </dgm:presLayoutVars>
      </dgm:prSet>
      <dgm:spPr/>
    </dgm:pt>
    <dgm:pt modelId="{0454F6FD-DD7C-4DF3-BDE2-F23BC334837E}" type="pres">
      <dgm:prSet presAssocID="{75680E3F-8C33-4604-96D8-C44C313BF750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330764-1DDA-431C-90F0-FE01F188EA4A}" type="pres">
      <dgm:prSet presAssocID="{7F3E68EC-B783-4032-A531-B69A10B64417}" presName="sibTrans" presStyleLbl="sibTrans1D1" presStyleIdx="0" presStyleCnt="5"/>
      <dgm:spPr/>
    </dgm:pt>
    <dgm:pt modelId="{69F61267-16BE-4437-A361-A7524A747E9B}" type="pres">
      <dgm:prSet presAssocID="{7F3E68EC-B783-4032-A531-B69A10B64417}" presName="connectorText" presStyleLbl="sibTrans1D1" presStyleIdx="0" presStyleCnt="5"/>
      <dgm:spPr/>
    </dgm:pt>
    <dgm:pt modelId="{713222D4-7E1B-4ABA-B744-CCBC7DEC4ECC}" type="pres">
      <dgm:prSet presAssocID="{D72537DB-E708-4E8E-AEE1-7DD13FB11C3D}" presName="node" presStyleLbl="node1" presStyleIdx="1" presStyleCnt="6">
        <dgm:presLayoutVars>
          <dgm:bulletEnabled val="1"/>
        </dgm:presLayoutVars>
      </dgm:prSet>
      <dgm:spPr/>
    </dgm:pt>
    <dgm:pt modelId="{4C1D42AA-88E0-4870-84C6-0F48B2EECB66}" type="pres">
      <dgm:prSet presAssocID="{D653D10A-F53D-4B24-BD70-0AC37DE16262}" presName="sibTrans" presStyleLbl="sibTrans1D1" presStyleIdx="1" presStyleCnt="5"/>
      <dgm:spPr/>
    </dgm:pt>
    <dgm:pt modelId="{057BB36F-0747-44D6-BCB4-BB4DCD12B439}" type="pres">
      <dgm:prSet presAssocID="{D653D10A-F53D-4B24-BD70-0AC37DE16262}" presName="connectorText" presStyleLbl="sibTrans1D1" presStyleIdx="1" presStyleCnt="5"/>
      <dgm:spPr/>
    </dgm:pt>
    <dgm:pt modelId="{B56FDDC5-9324-4612-A41F-635279777716}" type="pres">
      <dgm:prSet presAssocID="{754045F8-ACC6-4584-9512-D0A26E074F1B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6DEC02-FC4B-47AB-8D70-F5D1532510C1}" type="pres">
      <dgm:prSet presAssocID="{15CF370C-B7F6-41ED-A026-A6CD4B96291F}" presName="sibTrans" presStyleLbl="sibTrans1D1" presStyleIdx="2" presStyleCnt="5"/>
      <dgm:spPr/>
    </dgm:pt>
    <dgm:pt modelId="{3C1C8485-FDBE-4326-895E-9FDD2EE6F465}" type="pres">
      <dgm:prSet presAssocID="{15CF370C-B7F6-41ED-A026-A6CD4B96291F}" presName="connectorText" presStyleLbl="sibTrans1D1" presStyleIdx="2" presStyleCnt="5"/>
      <dgm:spPr/>
    </dgm:pt>
    <dgm:pt modelId="{F0BF0505-2CEE-46E9-8BC1-C25E8B122037}" type="pres">
      <dgm:prSet presAssocID="{54F4E26C-EECF-4CD4-9176-4EC60E8D1DA3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8D5E48-915E-498D-8466-4613C62BB46D}" type="pres">
      <dgm:prSet presAssocID="{7ACDE5B6-0B81-481B-B5A3-17312BBD10E3}" presName="sibTrans" presStyleLbl="sibTrans1D1" presStyleIdx="3" presStyleCnt="5"/>
      <dgm:spPr/>
    </dgm:pt>
    <dgm:pt modelId="{CAA02713-BA0C-44C3-916A-C34CC8E13309}" type="pres">
      <dgm:prSet presAssocID="{7ACDE5B6-0B81-481B-B5A3-17312BBD10E3}" presName="connectorText" presStyleLbl="sibTrans1D1" presStyleIdx="3" presStyleCnt="5"/>
      <dgm:spPr/>
    </dgm:pt>
    <dgm:pt modelId="{E06E1977-AEF3-4FC6-9861-E8CF259C4628}" type="pres">
      <dgm:prSet presAssocID="{A9C389F3-FE1B-4DA3-AE35-F023E512ABE4}" presName="node" presStyleLbl="node1" presStyleIdx="4" presStyleCnt="6">
        <dgm:presLayoutVars>
          <dgm:bulletEnabled val="1"/>
        </dgm:presLayoutVars>
      </dgm:prSet>
      <dgm:spPr/>
    </dgm:pt>
    <dgm:pt modelId="{E8543A08-1A6B-4FE6-BFB4-B3EEC0563E6B}" type="pres">
      <dgm:prSet presAssocID="{2C9E727E-6FCA-4FBB-A80B-2A7B5D2A1BD8}" presName="sibTrans" presStyleLbl="sibTrans1D1" presStyleIdx="4" presStyleCnt="5"/>
      <dgm:spPr/>
    </dgm:pt>
    <dgm:pt modelId="{D1D61E5B-F6D5-4788-A402-D0DFCFBC640C}" type="pres">
      <dgm:prSet presAssocID="{2C9E727E-6FCA-4FBB-A80B-2A7B5D2A1BD8}" presName="connectorText" presStyleLbl="sibTrans1D1" presStyleIdx="4" presStyleCnt="5"/>
      <dgm:spPr/>
    </dgm:pt>
    <dgm:pt modelId="{23A3E7D2-A637-4EC4-850A-A4FD802A42CB}" type="pres">
      <dgm:prSet presAssocID="{4EFF9E5D-69E7-4119-B9AB-B0CFF0AFF793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AAA6979-05B1-40C7-BF74-3B4E8F8D6E04}" type="presOf" srcId="{48B8E138-93B2-4EB7-908B-5FF533EA6D6D}" destId="{B2052206-52BB-4435-B587-9DD3C9B03A03}" srcOrd="0" destOrd="0" presId="urn:microsoft.com/office/officeart/2005/8/layout/bProcess3"/>
    <dgm:cxn modelId="{EB3FAC81-0B00-4ED1-87B3-FED8344A1B7F}" type="presOf" srcId="{54F4E26C-EECF-4CD4-9176-4EC60E8D1DA3}" destId="{F0BF0505-2CEE-46E9-8BC1-C25E8B122037}" srcOrd="0" destOrd="0" presId="urn:microsoft.com/office/officeart/2005/8/layout/bProcess3"/>
    <dgm:cxn modelId="{034B121B-4252-4847-93D3-166FC7EEF45C}" srcId="{48B8E138-93B2-4EB7-908B-5FF533EA6D6D}" destId="{75680E3F-8C33-4604-96D8-C44C313BF750}" srcOrd="0" destOrd="0" parTransId="{C64D03FA-8C16-4772-B1AC-35477C3BB516}" sibTransId="{7F3E68EC-B783-4032-A531-B69A10B64417}"/>
    <dgm:cxn modelId="{438983D8-5569-4F52-B2F9-ABEB2921847F}" type="presOf" srcId="{15CF370C-B7F6-41ED-A026-A6CD4B96291F}" destId="{3C1C8485-FDBE-4326-895E-9FDD2EE6F465}" srcOrd="1" destOrd="0" presId="urn:microsoft.com/office/officeart/2005/8/layout/bProcess3"/>
    <dgm:cxn modelId="{8CA742F9-AE7F-4FC1-9679-5F0579987C4A}" srcId="{48B8E138-93B2-4EB7-908B-5FF533EA6D6D}" destId="{D72537DB-E708-4E8E-AEE1-7DD13FB11C3D}" srcOrd="1" destOrd="0" parTransId="{1FCDD8A6-0CC0-48F3-A479-6194ADCFECC7}" sibTransId="{D653D10A-F53D-4B24-BD70-0AC37DE16262}"/>
    <dgm:cxn modelId="{470C2862-2B30-4E7D-974E-4B15BA0836C1}" type="presOf" srcId="{15CF370C-B7F6-41ED-A026-A6CD4B96291F}" destId="{B16DEC02-FC4B-47AB-8D70-F5D1532510C1}" srcOrd="0" destOrd="0" presId="urn:microsoft.com/office/officeart/2005/8/layout/bProcess3"/>
    <dgm:cxn modelId="{8CE55A62-E06E-4D43-ABE3-A23B77A10C02}" type="presOf" srcId="{D72537DB-E708-4E8E-AEE1-7DD13FB11C3D}" destId="{713222D4-7E1B-4ABA-B744-CCBC7DEC4ECC}" srcOrd="0" destOrd="0" presId="urn:microsoft.com/office/officeart/2005/8/layout/bProcess3"/>
    <dgm:cxn modelId="{F151BCBF-AAE8-44EE-B2A8-A12879B9E259}" type="presOf" srcId="{7ACDE5B6-0B81-481B-B5A3-17312BBD10E3}" destId="{CAA02713-BA0C-44C3-916A-C34CC8E13309}" srcOrd="1" destOrd="0" presId="urn:microsoft.com/office/officeart/2005/8/layout/bProcess3"/>
    <dgm:cxn modelId="{8F4BFB77-B44A-46DD-814D-A7FD8683FAE4}" type="presOf" srcId="{7F3E68EC-B783-4032-A531-B69A10B64417}" destId="{69F61267-16BE-4437-A361-A7524A747E9B}" srcOrd="1" destOrd="0" presId="urn:microsoft.com/office/officeart/2005/8/layout/bProcess3"/>
    <dgm:cxn modelId="{89362069-EB3D-4356-BA43-CCD24AED08BB}" type="presOf" srcId="{A9C389F3-FE1B-4DA3-AE35-F023E512ABE4}" destId="{E06E1977-AEF3-4FC6-9861-E8CF259C4628}" srcOrd="0" destOrd="0" presId="urn:microsoft.com/office/officeart/2005/8/layout/bProcess3"/>
    <dgm:cxn modelId="{6829A06E-B5BB-4E4E-995E-0DBD152730CC}" srcId="{48B8E138-93B2-4EB7-908B-5FF533EA6D6D}" destId="{A9C389F3-FE1B-4DA3-AE35-F023E512ABE4}" srcOrd="4" destOrd="0" parTransId="{99CC25C9-A4BA-427E-A731-4AA836AD696D}" sibTransId="{2C9E727E-6FCA-4FBB-A80B-2A7B5D2A1BD8}"/>
    <dgm:cxn modelId="{2E7C9D7F-7250-441D-950C-7C90E5711291}" type="presOf" srcId="{D653D10A-F53D-4B24-BD70-0AC37DE16262}" destId="{4C1D42AA-88E0-4870-84C6-0F48B2EECB66}" srcOrd="0" destOrd="0" presId="urn:microsoft.com/office/officeart/2005/8/layout/bProcess3"/>
    <dgm:cxn modelId="{B4EE1A35-C1A3-43AE-B089-3F47D48E6720}" srcId="{48B8E138-93B2-4EB7-908B-5FF533EA6D6D}" destId="{4EFF9E5D-69E7-4119-B9AB-B0CFF0AFF793}" srcOrd="5" destOrd="0" parTransId="{DCB42D7B-C856-4148-A6CB-4402204D57BA}" sibTransId="{ED24150D-7846-4F1E-88A1-09960F6A7296}"/>
    <dgm:cxn modelId="{4F8C1C4B-4D02-4378-AEB4-E84500DC828C}" type="presOf" srcId="{754045F8-ACC6-4584-9512-D0A26E074F1B}" destId="{B56FDDC5-9324-4612-A41F-635279777716}" srcOrd="0" destOrd="0" presId="urn:microsoft.com/office/officeart/2005/8/layout/bProcess3"/>
    <dgm:cxn modelId="{BD390B32-8A39-4E3D-B12A-637FC67E9520}" srcId="{48B8E138-93B2-4EB7-908B-5FF533EA6D6D}" destId="{754045F8-ACC6-4584-9512-D0A26E074F1B}" srcOrd="2" destOrd="0" parTransId="{7B112629-B445-41F8-ABAE-72D1E4BE7BAB}" sibTransId="{15CF370C-B7F6-41ED-A026-A6CD4B96291F}"/>
    <dgm:cxn modelId="{936E519F-28E2-4CAD-88BE-5F929F7B38C5}" type="presOf" srcId="{7F3E68EC-B783-4032-A531-B69A10B64417}" destId="{A1330764-1DDA-431C-90F0-FE01F188EA4A}" srcOrd="0" destOrd="0" presId="urn:microsoft.com/office/officeart/2005/8/layout/bProcess3"/>
    <dgm:cxn modelId="{89BDA669-6CBF-424A-AC89-FDCB777952DF}" type="presOf" srcId="{2C9E727E-6FCA-4FBB-A80B-2A7B5D2A1BD8}" destId="{E8543A08-1A6B-4FE6-BFB4-B3EEC0563E6B}" srcOrd="0" destOrd="0" presId="urn:microsoft.com/office/officeart/2005/8/layout/bProcess3"/>
    <dgm:cxn modelId="{7F400F33-6A42-4320-A4CE-5E0A20B082B5}" type="presOf" srcId="{D653D10A-F53D-4B24-BD70-0AC37DE16262}" destId="{057BB36F-0747-44D6-BCB4-BB4DCD12B439}" srcOrd="1" destOrd="0" presId="urn:microsoft.com/office/officeart/2005/8/layout/bProcess3"/>
    <dgm:cxn modelId="{74E0F988-F86A-4D1D-8001-1D1DEF935DE5}" type="presOf" srcId="{7ACDE5B6-0B81-481B-B5A3-17312BBD10E3}" destId="{DD8D5E48-915E-498D-8466-4613C62BB46D}" srcOrd="0" destOrd="0" presId="urn:microsoft.com/office/officeart/2005/8/layout/bProcess3"/>
    <dgm:cxn modelId="{6C9F0F7B-A33E-4239-952A-9BF72D47FC67}" type="presOf" srcId="{75680E3F-8C33-4604-96D8-C44C313BF750}" destId="{0454F6FD-DD7C-4DF3-BDE2-F23BC334837E}" srcOrd="0" destOrd="0" presId="urn:microsoft.com/office/officeart/2005/8/layout/bProcess3"/>
    <dgm:cxn modelId="{93D04809-1626-4354-A986-1271740B29C9}" type="presOf" srcId="{4EFF9E5D-69E7-4119-B9AB-B0CFF0AFF793}" destId="{23A3E7D2-A637-4EC4-850A-A4FD802A42CB}" srcOrd="0" destOrd="0" presId="urn:microsoft.com/office/officeart/2005/8/layout/bProcess3"/>
    <dgm:cxn modelId="{F2C8DB40-7727-43A4-B6E0-1F900C49A917}" srcId="{48B8E138-93B2-4EB7-908B-5FF533EA6D6D}" destId="{54F4E26C-EECF-4CD4-9176-4EC60E8D1DA3}" srcOrd="3" destOrd="0" parTransId="{430D4D7C-114A-4D5D-A17D-009A0545C84F}" sibTransId="{7ACDE5B6-0B81-481B-B5A3-17312BBD10E3}"/>
    <dgm:cxn modelId="{CDF2841E-0B65-4C2D-B17C-E75018B2027D}" type="presOf" srcId="{2C9E727E-6FCA-4FBB-A80B-2A7B5D2A1BD8}" destId="{D1D61E5B-F6D5-4788-A402-D0DFCFBC640C}" srcOrd="1" destOrd="0" presId="urn:microsoft.com/office/officeart/2005/8/layout/bProcess3"/>
    <dgm:cxn modelId="{5A499BBF-0AAE-494E-83CE-371B7E5C47FE}" type="presParOf" srcId="{B2052206-52BB-4435-B587-9DD3C9B03A03}" destId="{0454F6FD-DD7C-4DF3-BDE2-F23BC334837E}" srcOrd="0" destOrd="0" presId="urn:microsoft.com/office/officeart/2005/8/layout/bProcess3"/>
    <dgm:cxn modelId="{7E27E9CB-623E-4B69-97F7-0B742824FE5A}" type="presParOf" srcId="{B2052206-52BB-4435-B587-9DD3C9B03A03}" destId="{A1330764-1DDA-431C-90F0-FE01F188EA4A}" srcOrd="1" destOrd="0" presId="urn:microsoft.com/office/officeart/2005/8/layout/bProcess3"/>
    <dgm:cxn modelId="{2C12461C-1149-4DDC-8493-73DD9E780C24}" type="presParOf" srcId="{A1330764-1DDA-431C-90F0-FE01F188EA4A}" destId="{69F61267-16BE-4437-A361-A7524A747E9B}" srcOrd="0" destOrd="0" presId="urn:microsoft.com/office/officeart/2005/8/layout/bProcess3"/>
    <dgm:cxn modelId="{A6F773C4-0ABB-456F-81AB-9EB2ACF1B99D}" type="presParOf" srcId="{B2052206-52BB-4435-B587-9DD3C9B03A03}" destId="{713222D4-7E1B-4ABA-B744-CCBC7DEC4ECC}" srcOrd="2" destOrd="0" presId="urn:microsoft.com/office/officeart/2005/8/layout/bProcess3"/>
    <dgm:cxn modelId="{D8B83598-8852-4FAA-9B4D-22DBE6D4508A}" type="presParOf" srcId="{B2052206-52BB-4435-B587-9DD3C9B03A03}" destId="{4C1D42AA-88E0-4870-84C6-0F48B2EECB66}" srcOrd="3" destOrd="0" presId="urn:microsoft.com/office/officeart/2005/8/layout/bProcess3"/>
    <dgm:cxn modelId="{01A06024-224F-4F1F-9D32-DE6C228E258B}" type="presParOf" srcId="{4C1D42AA-88E0-4870-84C6-0F48B2EECB66}" destId="{057BB36F-0747-44D6-BCB4-BB4DCD12B439}" srcOrd="0" destOrd="0" presId="urn:microsoft.com/office/officeart/2005/8/layout/bProcess3"/>
    <dgm:cxn modelId="{D07A4924-A5F6-4CE9-90B1-00DDEF6A5A63}" type="presParOf" srcId="{B2052206-52BB-4435-B587-9DD3C9B03A03}" destId="{B56FDDC5-9324-4612-A41F-635279777716}" srcOrd="4" destOrd="0" presId="urn:microsoft.com/office/officeart/2005/8/layout/bProcess3"/>
    <dgm:cxn modelId="{8D6F530B-B350-4C80-A313-D8EB78F5E810}" type="presParOf" srcId="{B2052206-52BB-4435-B587-9DD3C9B03A03}" destId="{B16DEC02-FC4B-47AB-8D70-F5D1532510C1}" srcOrd="5" destOrd="0" presId="urn:microsoft.com/office/officeart/2005/8/layout/bProcess3"/>
    <dgm:cxn modelId="{C9F2EB66-3299-4D38-A8D4-70C2CEF819C7}" type="presParOf" srcId="{B16DEC02-FC4B-47AB-8D70-F5D1532510C1}" destId="{3C1C8485-FDBE-4326-895E-9FDD2EE6F465}" srcOrd="0" destOrd="0" presId="urn:microsoft.com/office/officeart/2005/8/layout/bProcess3"/>
    <dgm:cxn modelId="{AE2E24E2-5D2E-451A-8CEB-5A04470392E5}" type="presParOf" srcId="{B2052206-52BB-4435-B587-9DD3C9B03A03}" destId="{F0BF0505-2CEE-46E9-8BC1-C25E8B122037}" srcOrd="6" destOrd="0" presId="urn:microsoft.com/office/officeart/2005/8/layout/bProcess3"/>
    <dgm:cxn modelId="{ABD6F329-48E9-4EB7-9531-75B1DFEBC152}" type="presParOf" srcId="{B2052206-52BB-4435-B587-9DD3C9B03A03}" destId="{DD8D5E48-915E-498D-8466-4613C62BB46D}" srcOrd="7" destOrd="0" presId="urn:microsoft.com/office/officeart/2005/8/layout/bProcess3"/>
    <dgm:cxn modelId="{C6817E28-D35E-48A5-B81E-AD841D78EF30}" type="presParOf" srcId="{DD8D5E48-915E-498D-8466-4613C62BB46D}" destId="{CAA02713-BA0C-44C3-916A-C34CC8E13309}" srcOrd="0" destOrd="0" presId="urn:microsoft.com/office/officeart/2005/8/layout/bProcess3"/>
    <dgm:cxn modelId="{2D02AAF5-17B3-4EE5-9896-09BF0AF5E0C2}" type="presParOf" srcId="{B2052206-52BB-4435-B587-9DD3C9B03A03}" destId="{E06E1977-AEF3-4FC6-9861-E8CF259C4628}" srcOrd="8" destOrd="0" presId="urn:microsoft.com/office/officeart/2005/8/layout/bProcess3"/>
    <dgm:cxn modelId="{C7C59430-04F2-4DCA-AAF4-696103FDB5A2}" type="presParOf" srcId="{B2052206-52BB-4435-B587-9DD3C9B03A03}" destId="{E8543A08-1A6B-4FE6-BFB4-B3EEC0563E6B}" srcOrd="9" destOrd="0" presId="urn:microsoft.com/office/officeart/2005/8/layout/bProcess3"/>
    <dgm:cxn modelId="{B29DB1BD-9A33-4F9B-91B4-A46926D56E47}" type="presParOf" srcId="{E8543A08-1A6B-4FE6-BFB4-B3EEC0563E6B}" destId="{D1D61E5B-F6D5-4788-A402-D0DFCFBC640C}" srcOrd="0" destOrd="0" presId="urn:microsoft.com/office/officeart/2005/8/layout/bProcess3"/>
    <dgm:cxn modelId="{5CAC7301-9AA0-48E7-BF6D-5224462550DE}" type="presParOf" srcId="{B2052206-52BB-4435-B587-9DD3C9B03A03}" destId="{23A3E7D2-A637-4EC4-850A-A4FD802A42CB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D964A9F-D9F8-44AF-A25D-4454C5642441}" type="doc">
      <dgm:prSet loTypeId="urn:microsoft.com/office/officeart/2011/layout/ThemePictureAccent" loCatId="pictur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ABD112-4474-40E1-92F0-FFE916045356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 smtClean="0">
              <a:latin typeface="Bodoni MT" panose="02070603080606020203" pitchFamily="18" charset="0"/>
            </a:rPr>
            <a:t>PERSONALIZED</a:t>
          </a:r>
          <a:r>
            <a:rPr lang="en-US" dirty="0" smtClean="0">
              <a:latin typeface="Algerian" panose="04020705040A02060702" pitchFamily="82" charset="0"/>
            </a:rPr>
            <a:t> </a:t>
          </a:r>
          <a:r>
            <a:rPr lang="en-US" dirty="0" smtClean="0">
              <a:latin typeface="Bodoni MT" panose="02070603080606020203" pitchFamily="18" charset="0"/>
            </a:rPr>
            <a:t>PRACTICE</a:t>
          </a:r>
          <a:endParaRPr lang="en-US" dirty="0">
            <a:latin typeface="Bodoni MT" panose="02070603080606020203" pitchFamily="18" charset="0"/>
          </a:endParaRPr>
        </a:p>
      </dgm:t>
    </dgm:pt>
    <dgm:pt modelId="{A905128A-26AB-47C4-B6B3-EADD4AE4F575}" type="parTrans" cxnId="{325614F6-7E90-49BA-9223-828963AD626A}">
      <dgm:prSet/>
      <dgm:spPr/>
      <dgm:t>
        <a:bodyPr/>
        <a:lstStyle/>
        <a:p>
          <a:endParaRPr lang="en-US"/>
        </a:p>
      </dgm:t>
    </dgm:pt>
    <dgm:pt modelId="{1A623766-93C6-467A-8FE1-DE12D470E7CE}" type="sibTrans" cxnId="{325614F6-7E90-49BA-9223-828963AD626A}">
      <dgm:prSet/>
      <dgm:spPr/>
      <dgm:t>
        <a:bodyPr/>
        <a:lstStyle/>
        <a:p>
          <a:endParaRPr lang="en-US"/>
        </a:p>
      </dgm:t>
    </dgm:pt>
    <dgm:pt modelId="{67D8C6BF-9445-4C8A-A4E3-17A0F5B142B3}">
      <dgm:prSet phldrT="[Text]" custT="1"/>
      <dgm:spPr/>
      <dgm:t>
        <a:bodyPr/>
        <a:lstStyle/>
        <a:p>
          <a:pPr algn="r"/>
          <a:r>
            <a:rPr lang="en-US" sz="2400" dirty="0" smtClean="0">
              <a:latin typeface="Bodoni MT Condensed" panose="02070606080606020203" pitchFamily="18" charset="0"/>
            </a:rPr>
            <a:t>PROGRESS</a:t>
          </a:r>
        </a:p>
        <a:p>
          <a:pPr algn="r"/>
          <a:r>
            <a:rPr lang="en-US" sz="2400" dirty="0" smtClean="0">
              <a:latin typeface="Bodoni MT Condensed" panose="02070606080606020203" pitchFamily="18" charset="0"/>
            </a:rPr>
            <a:t>DASHBOARD</a:t>
          </a:r>
          <a:endParaRPr lang="en-US" sz="2400" dirty="0">
            <a:latin typeface="Bodoni MT Condensed" panose="02070606080606020203" pitchFamily="18" charset="0"/>
          </a:endParaRPr>
        </a:p>
      </dgm:t>
    </dgm:pt>
    <dgm:pt modelId="{FD36A315-CB26-4A2A-803C-CCA711F19B9E}" type="parTrans" cxnId="{6E6F9D02-9D65-4873-87EE-ADF72DDF56FD}">
      <dgm:prSet/>
      <dgm:spPr/>
      <dgm:t>
        <a:bodyPr/>
        <a:lstStyle/>
        <a:p>
          <a:endParaRPr lang="en-US"/>
        </a:p>
      </dgm:t>
    </dgm:pt>
    <dgm:pt modelId="{A6EEC4CE-5567-422D-9F76-85F58D35E1A0}" type="sibTrans" cxnId="{6E6F9D02-9D65-4873-87EE-ADF72DDF56FD}">
      <dgm:prSet/>
      <dgm:spPr/>
      <dgm:t>
        <a:bodyPr/>
        <a:lstStyle/>
        <a:p>
          <a:endParaRPr lang="en-US"/>
        </a:p>
      </dgm:t>
    </dgm:pt>
    <dgm:pt modelId="{13566311-F925-4F96-AD4A-A55562022540}">
      <dgm:prSet phldrT="[Text]" custT="1"/>
      <dgm:spPr/>
      <dgm:t>
        <a:bodyPr/>
        <a:lstStyle/>
        <a:p>
          <a:r>
            <a:rPr lang="en-US" sz="1800" dirty="0" smtClean="0">
              <a:latin typeface="Bodoni MT" panose="02070603080606020203" pitchFamily="18" charset="0"/>
            </a:rPr>
            <a:t>HANDWRITTEN</a:t>
          </a:r>
        </a:p>
        <a:p>
          <a:r>
            <a:rPr lang="en-US" sz="1800" dirty="0" smtClean="0">
              <a:latin typeface="Bodoni MT" panose="02070603080606020203" pitchFamily="18" charset="0"/>
            </a:rPr>
            <a:t>NOTES </a:t>
          </a:r>
          <a:endParaRPr lang="en-US" sz="1800" dirty="0">
            <a:latin typeface="Bodoni MT" panose="02070603080606020203" pitchFamily="18" charset="0"/>
          </a:endParaRPr>
        </a:p>
      </dgm:t>
    </dgm:pt>
    <dgm:pt modelId="{44A0A5BC-45F6-4F4A-843B-5025E51913D7}" type="parTrans" cxnId="{1E048791-200B-4861-96AA-A4FCFED746D8}">
      <dgm:prSet/>
      <dgm:spPr/>
      <dgm:t>
        <a:bodyPr/>
        <a:lstStyle/>
        <a:p>
          <a:endParaRPr lang="en-US"/>
        </a:p>
      </dgm:t>
    </dgm:pt>
    <dgm:pt modelId="{B6F1EC1C-ECB8-436D-B3B8-0082B22EE1E8}" type="sibTrans" cxnId="{1E048791-200B-4861-96AA-A4FCFED746D8}">
      <dgm:prSet/>
      <dgm:spPr/>
      <dgm:t>
        <a:bodyPr/>
        <a:lstStyle/>
        <a:p>
          <a:endParaRPr lang="en-US"/>
        </a:p>
      </dgm:t>
    </dgm:pt>
    <dgm:pt modelId="{04BC0CDB-DDE6-49FB-B37D-976644FBC25F}">
      <dgm:prSet phldrT="[Text]" custT="1"/>
      <dgm:spPr/>
      <dgm:t>
        <a:bodyPr/>
        <a:lstStyle/>
        <a:p>
          <a:r>
            <a:rPr lang="en-US" sz="1400" dirty="0" smtClean="0">
              <a:latin typeface="Bodoni MT" panose="02070603080606020203" pitchFamily="18" charset="0"/>
            </a:rPr>
            <a:t>UPLOAD</a:t>
          </a:r>
        </a:p>
        <a:p>
          <a:r>
            <a:rPr lang="en-US" sz="1400" dirty="0" smtClean="0">
              <a:latin typeface="Bodoni MT" panose="02070603080606020203" pitchFamily="18" charset="0"/>
            </a:rPr>
            <a:t>FILES</a:t>
          </a:r>
          <a:endParaRPr lang="en-US" sz="1400" dirty="0">
            <a:latin typeface="Bodoni MT" panose="02070603080606020203" pitchFamily="18" charset="0"/>
          </a:endParaRPr>
        </a:p>
      </dgm:t>
    </dgm:pt>
    <dgm:pt modelId="{A8E3591B-59A1-411A-A2DA-1CC963A91E3B}" type="parTrans" cxnId="{9877F5F4-0CA8-448B-A3F5-BBE7FC3EC633}">
      <dgm:prSet/>
      <dgm:spPr/>
      <dgm:t>
        <a:bodyPr/>
        <a:lstStyle/>
        <a:p>
          <a:endParaRPr lang="en-US"/>
        </a:p>
      </dgm:t>
    </dgm:pt>
    <dgm:pt modelId="{6DF74DFC-190F-41D1-973E-B8E1411DA34F}" type="sibTrans" cxnId="{9877F5F4-0CA8-448B-A3F5-BBE7FC3EC633}">
      <dgm:prSet/>
      <dgm:spPr/>
      <dgm:t>
        <a:bodyPr/>
        <a:lstStyle/>
        <a:p>
          <a:endParaRPr lang="en-US"/>
        </a:p>
      </dgm:t>
    </dgm:pt>
    <dgm:pt modelId="{390705C8-5074-4E90-A9FA-18AE3C0415F6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Bodoni MT" panose="02070603080606020203" pitchFamily="18" charset="0"/>
            </a:rPr>
            <a:t>MULTIPLE</a:t>
          </a:r>
          <a:r>
            <a:rPr lang="en-US" sz="1800" dirty="0" smtClean="0">
              <a:latin typeface="Bodoni MT" panose="02070603080606020203" pitchFamily="18" charset="0"/>
            </a:rPr>
            <a:t> </a:t>
          </a:r>
          <a:r>
            <a: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Bodoni MT" panose="02070603080606020203" pitchFamily="18" charset="0"/>
            </a:rPr>
            <a:t>LANGUAGE</a:t>
          </a:r>
          <a:endParaRPr lang="en-US" sz="1800" dirty="0">
            <a:solidFill>
              <a:schemeClr val="tx1">
                <a:lumMod val="75000"/>
                <a:lumOff val="25000"/>
              </a:schemeClr>
            </a:solidFill>
            <a:latin typeface="Bodoni MT" panose="02070603080606020203" pitchFamily="18" charset="0"/>
          </a:endParaRPr>
        </a:p>
      </dgm:t>
    </dgm:pt>
    <dgm:pt modelId="{5958F521-7C84-403A-866A-792F307F228F}" type="parTrans" cxnId="{BDCAE963-BFAB-4B35-9604-2F3C153B7129}">
      <dgm:prSet/>
      <dgm:spPr/>
      <dgm:t>
        <a:bodyPr/>
        <a:lstStyle/>
        <a:p>
          <a:endParaRPr lang="en-US"/>
        </a:p>
      </dgm:t>
    </dgm:pt>
    <dgm:pt modelId="{839F9ED1-0B6C-4312-A8FD-A30C48309B73}" type="sibTrans" cxnId="{BDCAE963-BFAB-4B35-9604-2F3C153B7129}">
      <dgm:prSet/>
      <dgm:spPr/>
      <dgm:t>
        <a:bodyPr/>
        <a:lstStyle/>
        <a:p>
          <a:endParaRPr lang="en-US"/>
        </a:p>
      </dgm:t>
    </dgm:pt>
    <dgm:pt modelId="{FAB001A3-6518-428C-B18A-2F3090ACCEA4}">
      <dgm:prSet phldrT="[Text]" custT="1"/>
      <dgm:spPr/>
      <dgm:t>
        <a:bodyPr/>
        <a:lstStyle/>
        <a:p>
          <a:endParaRPr lang="en-US" sz="1200" dirty="0">
            <a:solidFill>
              <a:schemeClr val="tx1">
                <a:lumMod val="95000"/>
                <a:lumOff val="5000"/>
              </a:schemeClr>
            </a:solidFill>
            <a:latin typeface="Bodoni MT" panose="02070603080606020203" pitchFamily="18" charset="0"/>
          </a:endParaRPr>
        </a:p>
      </dgm:t>
    </dgm:pt>
    <dgm:pt modelId="{E0710686-F580-4A02-9CB4-33C1CEC39487}" type="parTrans" cxnId="{E85DE696-834D-44E0-8F17-17A243F5FB82}">
      <dgm:prSet/>
      <dgm:spPr/>
      <dgm:t>
        <a:bodyPr/>
        <a:lstStyle/>
        <a:p>
          <a:endParaRPr lang="en-US"/>
        </a:p>
      </dgm:t>
    </dgm:pt>
    <dgm:pt modelId="{CDC5663D-1C95-4553-896C-2C94FAE6971F}" type="sibTrans" cxnId="{E85DE696-834D-44E0-8F17-17A243F5FB82}">
      <dgm:prSet/>
      <dgm:spPr/>
      <dgm:t>
        <a:bodyPr/>
        <a:lstStyle/>
        <a:p>
          <a:endParaRPr lang="en-US"/>
        </a:p>
      </dgm:t>
    </dgm:pt>
    <dgm:pt modelId="{E82E2193-4C48-438B-AEDB-932369C6E9D2}" type="pres">
      <dgm:prSet presAssocID="{1D964A9F-D9F8-44AF-A25D-4454C5642441}" presName="Name0" presStyleCnt="0">
        <dgm:presLayoutVars>
          <dgm:chMax val="6"/>
          <dgm:chPref val="6"/>
          <dgm:dir/>
        </dgm:presLayoutVars>
      </dgm:prSet>
      <dgm:spPr/>
    </dgm:pt>
    <dgm:pt modelId="{A49B0B27-7E11-499C-A652-6DD96B9A3C7D}" type="pres">
      <dgm:prSet presAssocID="{2EABD112-4474-40E1-92F0-FFE916045356}" presName="Image1" presStyleCnt="0"/>
      <dgm:spPr/>
    </dgm:pt>
    <dgm:pt modelId="{F9D4E942-FBEB-4D90-9658-9997920221BA}" type="pres">
      <dgm:prSet presAssocID="{2EABD112-4474-40E1-92F0-FFE916045356}" presName="Image" presStyleLbl="alignImgPlace1" presStyleIdx="0" presStyleCnt="6" custLinFactNeighborX="477" custLinFactNeighborY="2616"/>
      <dgm:spPr>
        <a:solidFill>
          <a:schemeClr val="accent1">
            <a:lumMod val="50000"/>
          </a:schemeClr>
        </a:solidFill>
      </dgm:spPr>
    </dgm:pt>
    <dgm:pt modelId="{188D9154-B40A-48B9-B513-CB68D680F7CB}" type="pres">
      <dgm:prSet presAssocID="{2EABD112-4474-40E1-92F0-FFE916045356}" presName="Accent1" presStyleCnt="0"/>
      <dgm:spPr/>
    </dgm:pt>
    <dgm:pt modelId="{CC66CFFA-1058-41AE-9949-2134C5B790CE}" type="pres">
      <dgm:prSet presAssocID="{2EABD112-4474-40E1-92F0-FFE916045356}" presName="Accent" presStyleLbl="parChTrans1D1" presStyleIdx="0" presStyleCnt="6"/>
      <dgm:spPr/>
    </dgm:pt>
    <dgm:pt modelId="{2F6783C4-4453-44DF-A7F8-2583310F8FF8}" type="pres">
      <dgm:prSet presAssocID="{2EABD112-4474-40E1-92F0-FFE916045356}" presName="Text1" presStyleLbl="alignImgPlace1" presStyleIdx="0" presStyleCnt="6" custScaleX="95778" custScaleY="270213" custLinFactY="-27316" custLinFactNeighborX="1056" custLinFactNeighborY="-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DB3DA3-BC34-4D7A-8F6E-DEDDFB0B1048}" type="pres">
      <dgm:prSet presAssocID="{67D8C6BF-9445-4C8A-A4E3-17A0F5B142B3}" presName="Image2" presStyleCnt="0"/>
      <dgm:spPr/>
    </dgm:pt>
    <dgm:pt modelId="{E263D270-BE46-4A53-9A3B-044B5EAE2EC2}" type="pres">
      <dgm:prSet presAssocID="{67D8C6BF-9445-4C8A-A4E3-17A0F5B142B3}" presName="Image" presStyleLbl="alignImgPlace1" presStyleIdx="1" presStyleCnt="6" custLinFactNeighborX="610" custLinFactNeighborY="5378"/>
      <dgm:spPr>
        <a:solidFill>
          <a:schemeClr val="accent1">
            <a:lumMod val="75000"/>
          </a:schemeClr>
        </a:solidFill>
      </dgm:spPr>
    </dgm:pt>
    <dgm:pt modelId="{F788CC22-C267-4D04-B7D4-4876228650A5}" type="pres">
      <dgm:prSet presAssocID="{67D8C6BF-9445-4C8A-A4E3-17A0F5B142B3}" presName="Accent2" presStyleCnt="0"/>
      <dgm:spPr/>
    </dgm:pt>
    <dgm:pt modelId="{F4CC1AD4-498A-4DA1-B957-6063253DD65B}" type="pres">
      <dgm:prSet presAssocID="{67D8C6BF-9445-4C8A-A4E3-17A0F5B142B3}" presName="Accent" presStyleLbl="parChTrans1D1" presStyleIdx="1" presStyleCnt="6" custLinFactNeighborX="-696" custLinFactNeighborY="-26530"/>
      <dgm:spPr/>
    </dgm:pt>
    <dgm:pt modelId="{7C0BBE6E-2801-48FB-8FD7-34338D6D4E08}" type="pres">
      <dgm:prSet presAssocID="{67D8C6BF-9445-4C8A-A4E3-17A0F5B142B3}" presName="Text2" presStyleLbl="alignImgPlace1" presStyleIdx="1" presStyleCnt="6" custScaleX="98252" custScaleY="328455" custLinFactY="-57020" custLinFactNeighborX="-3478" custLinFactNeighborY="-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7177FB-052C-4F31-A818-31B20A03C7CC}" type="pres">
      <dgm:prSet presAssocID="{13566311-F925-4F96-AD4A-A55562022540}" presName="Image3" presStyleCnt="0"/>
      <dgm:spPr/>
    </dgm:pt>
    <dgm:pt modelId="{ED0FC10F-8309-4F20-B7F1-1ADE8F5E8DC7}" type="pres">
      <dgm:prSet presAssocID="{13566311-F925-4F96-AD4A-A55562022540}" presName="Image" presStyleLbl="alignImgPlace1" presStyleIdx="2" presStyleCnt="6" custScaleX="114588" custScaleY="147764" custLinFactNeighborX="12029" custLinFactNeighborY="-3244"/>
      <dgm:spPr>
        <a:solidFill>
          <a:schemeClr val="accent1">
            <a:lumMod val="60000"/>
            <a:lumOff val="40000"/>
          </a:schemeClr>
        </a:solidFill>
      </dgm:spPr>
    </dgm:pt>
    <dgm:pt modelId="{57EC83A9-FBA1-4066-A1A5-EB18B0F61F9D}" type="pres">
      <dgm:prSet presAssocID="{13566311-F925-4F96-AD4A-A55562022540}" presName="Accent3" presStyleCnt="0"/>
      <dgm:spPr/>
    </dgm:pt>
    <dgm:pt modelId="{B495D713-1790-40C1-B589-D059EAA16C28}" type="pres">
      <dgm:prSet presAssocID="{13566311-F925-4F96-AD4A-A55562022540}" presName="Accent" presStyleLbl="parChTrans1D1" presStyleIdx="2" presStyleCnt="6"/>
      <dgm:spPr/>
    </dgm:pt>
    <dgm:pt modelId="{425BFA5F-C95D-4AFF-A1E0-BA1FC9E85135}" type="pres">
      <dgm:prSet presAssocID="{13566311-F925-4F96-AD4A-A55562022540}" presName="Text3" presStyleLbl="alignImgPlace1" presStyleIdx="2" presStyleCnt="6" custScaleX="126070" custScaleY="386125" custLinFactY="-85303" custLinFactNeighborX="7812" custLinFactNeighborY="-100000">
        <dgm:presLayoutVars>
          <dgm:chMax val="0"/>
          <dgm:chPref val="0"/>
          <dgm:bulletEnabled val="1"/>
        </dgm:presLayoutVars>
      </dgm:prSet>
      <dgm:spPr/>
    </dgm:pt>
    <dgm:pt modelId="{EEF39FC0-D0AA-4DB2-AA9B-040783731452}" type="pres">
      <dgm:prSet presAssocID="{04BC0CDB-DDE6-49FB-B37D-976644FBC25F}" presName="Image4" presStyleCnt="0"/>
      <dgm:spPr/>
    </dgm:pt>
    <dgm:pt modelId="{1E0C11A1-20A3-4F92-80FC-7234E3ECF6F6}" type="pres">
      <dgm:prSet presAssocID="{04BC0CDB-DDE6-49FB-B37D-976644FBC25F}" presName="Image" presStyleLbl="alignImgPlace1" presStyleIdx="3" presStyleCnt="6" custLinFactNeighborX="2043" custLinFactNeighborY="5028"/>
      <dgm:spPr>
        <a:solidFill>
          <a:schemeClr val="accent1">
            <a:lumMod val="75000"/>
          </a:schemeClr>
        </a:solidFill>
      </dgm:spPr>
    </dgm:pt>
    <dgm:pt modelId="{66D7E9AC-B3CE-49B6-B71E-81767413BDF4}" type="pres">
      <dgm:prSet presAssocID="{04BC0CDB-DDE6-49FB-B37D-976644FBC25F}" presName="Accent4" presStyleCnt="0"/>
      <dgm:spPr/>
    </dgm:pt>
    <dgm:pt modelId="{768201C4-3F32-4ABB-95AC-583C8A6D3B12}" type="pres">
      <dgm:prSet presAssocID="{04BC0CDB-DDE6-49FB-B37D-976644FBC25F}" presName="Accent" presStyleLbl="parChTrans1D1" presStyleIdx="3" presStyleCnt="6"/>
      <dgm:spPr/>
    </dgm:pt>
    <dgm:pt modelId="{03023012-7287-4934-A609-9969E568BCCF}" type="pres">
      <dgm:prSet presAssocID="{04BC0CDB-DDE6-49FB-B37D-976644FBC25F}" presName="Text4" presStyleLbl="alignImgPlace1" presStyleIdx="3" presStyleCnt="6" custScaleX="151123" custScaleY="224394" custLinFactNeighborX="-11577" custLinFactNeighborY="-7052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E0F9B6-C6E1-4BF2-A1B9-C13079B54E39}" type="pres">
      <dgm:prSet presAssocID="{390705C8-5074-4E90-A9FA-18AE3C0415F6}" presName="Image5" presStyleCnt="0"/>
      <dgm:spPr/>
    </dgm:pt>
    <dgm:pt modelId="{E347DDAA-CC4D-485C-94BA-8CEF2BB1A0AF}" type="pres">
      <dgm:prSet presAssocID="{390705C8-5074-4E90-A9FA-18AE3C0415F6}" presName="Image" presStyleLbl="alignImgPlace1" presStyleIdx="4" presStyleCnt="6"/>
      <dgm:spPr>
        <a:solidFill>
          <a:schemeClr val="accent1">
            <a:lumMod val="20000"/>
            <a:lumOff val="80000"/>
          </a:schemeClr>
        </a:solidFill>
      </dgm:spPr>
    </dgm:pt>
    <dgm:pt modelId="{26B0CCE9-2C99-41D6-9EFA-520B3FD5AB37}" type="pres">
      <dgm:prSet presAssocID="{390705C8-5074-4E90-A9FA-18AE3C0415F6}" presName="Accent5" presStyleCnt="0"/>
      <dgm:spPr/>
    </dgm:pt>
    <dgm:pt modelId="{B9533A1C-458E-4C28-9F34-088600662F80}" type="pres">
      <dgm:prSet presAssocID="{390705C8-5074-4E90-A9FA-18AE3C0415F6}" presName="Accent" presStyleLbl="parChTrans1D1" presStyleIdx="4" presStyleCnt="6"/>
      <dgm:spPr/>
    </dgm:pt>
    <dgm:pt modelId="{A58148BA-0D24-4E8E-8243-64FEAFFD4EF8}" type="pres">
      <dgm:prSet presAssocID="{390705C8-5074-4E90-A9FA-18AE3C0415F6}" presName="Text5" presStyleLbl="alignImgPlace1" presStyleIdx="4" presStyleCnt="6" custScaleX="183481" custScaleY="491274" custLinFactY="-100000" custLinFactNeighborX="-40004" custLinFactNeighborY="-163888">
        <dgm:presLayoutVars>
          <dgm:chMax val="0"/>
          <dgm:chPref val="0"/>
          <dgm:bulletEnabled val="1"/>
        </dgm:presLayoutVars>
      </dgm:prSet>
      <dgm:spPr/>
    </dgm:pt>
    <dgm:pt modelId="{D6A17A8B-FD5B-4884-9894-B3F0DD7A69DA}" type="pres">
      <dgm:prSet presAssocID="{FAB001A3-6518-428C-B18A-2F3090ACCEA4}" presName="Image6" presStyleCnt="0"/>
      <dgm:spPr/>
    </dgm:pt>
    <dgm:pt modelId="{6DFFA6FB-9E3A-4E85-A14E-A9DF8AA7D399}" type="pres">
      <dgm:prSet presAssocID="{FAB001A3-6518-428C-B18A-2F3090ACCEA4}" presName="Image" presStyleLbl="alignImgPlace1" presStyleIdx="5" presStyleCnt="6" custLinFactNeighborX="1708" custLinFactNeighborY="6034"/>
      <dgm:spPr/>
    </dgm:pt>
    <dgm:pt modelId="{D8027C03-376E-46CC-8255-1351ED7C577B}" type="pres">
      <dgm:prSet presAssocID="{FAB001A3-6518-428C-B18A-2F3090ACCEA4}" presName="Accent6" presStyleCnt="0"/>
      <dgm:spPr/>
    </dgm:pt>
    <dgm:pt modelId="{70CA3B37-CDFA-4D5F-B319-D5E7D3D83771}" type="pres">
      <dgm:prSet presAssocID="{FAB001A3-6518-428C-B18A-2F3090ACCEA4}" presName="Accent" presStyleLbl="parChTrans1D1" presStyleIdx="5" presStyleCnt="6"/>
      <dgm:spPr/>
    </dgm:pt>
    <dgm:pt modelId="{53101CB2-78ED-4E0B-8C2F-10E592B69D00}" type="pres">
      <dgm:prSet presAssocID="{FAB001A3-6518-428C-B18A-2F3090ACCEA4}" presName="Text6" presStyleLbl="alignImgPlace1" presStyleIdx="5" presStyleCnt="6" custScaleX="105255" custLinFactNeighborX="-7071" custLinFactNeighborY="-3184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877F5F4-0CA8-448B-A3F5-BBE7FC3EC633}" srcId="{1D964A9F-D9F8-44AF-A25D-4454C5642441}" destId="{04BC0CDB-DDE6-49FB-B37D-976644FBC25F}" srcOrd="3" destOrd="0" parTransId="{A8E3591B-59A1-411A-A2DA-1CC963A91E3B}" sibTransId="{6DF74DFC-190F-41D1-973E-B8E1411DA34F}"/>
    <dgm:cxn modelId="{BDCAE963-BFAB-4B35-9604-2F3C153B7129}" srcId="{1D964A9F-D9F8-44AF-A25D-4454C5642441}" destId="{390705C8-5074-4E90-A9FA-18AE3C0415F6}" srcOrd="4" destOrd="0" parTransId="{5958F521-7C84-403A-866A-792F307F228F}" sibTransId="{839F9ED1-0B6C-4312-A8FD-A30C48309B73}"/>
    <dgm:cxn modelId="{B8F784ED-649D-4EB7-9B4C-2810741173DA}" type="presOf" srcId="{FAB001A3-6518-428C-B18A-2F3090ACCEA4}" destId="{53101CB2-78ED-4E0B-8C2F-10E592B69D00}" srcOrd="0" destOrd="0" presId="urn:microsoft.com/office/officeart/2011/layout/ThemePictureAccent"/>
    <dgm:cxn modelId="{CBF8B463-B925-4E04-A398-8BBB25FB3B6F}" type="presOf" srcId="{390705C8-5074-4E90-A9FA-18AE3C0415F6}" destId="{A58148BA-0D24-4E8E-8243-64FEAFFD4EF8}" srcOrd="0" destOrd="0" presId="urn:microsoft.com/office/officeart/2011/layout/ThemePictureAccent"/>
    <dgm:cxn modelId="{E85DE696-834D-44E0-8F17-17A243F5FB82}" srcId="{1D964A9F-D9F8-44AF-A25D-4454C5642441}" destId="{FAB001A3-6518-428C-B18A-2F3090ACCEA4}" srcOrd="5" destOrd="0" parTransId="{E0710686-F580-4A02-9CB4-33C1CEC39487}" sibTransId="{CDC5663D-1C95-4553-896C-2C94FAE6971F}"/>
    <dgm:cxn modelId="{325614F6-7E90-49BA-9223-828963AD626A}" srcId="{1D964A9F-D9F8-44AF-A25D-4454C5642441}" destId="{2EABD112-4474-40E1-92F0-FFE916045356}" srcOrd="0" destOrd="0" parTransId="{A905128A-26AB-47C4-B6B3-EADD4AE4F575}" sibTransId="{1A623766-93C6-467A-8FE1-DE12D470E7CE}"/>
    <dgm:cxn modelId="{3D0454C0-3655-4CE1-93AF-8DE701D8A180}" type="presOf" srcId="{2EABD112-4474-40E1-92F0-FFE916045356}" destId="{2F6783C4-4453-44DF-A7F8-2583310F8FF8}" srcOrd="0" destOrd="0" presId="urn:microsoft.com/office/officeart/2011/layout/ThemePictureAccent"/>
    <dgm:cxn modelId="{6E6F9D02-9D65-4873-87EE-ADF72DDF56FD}" srcId="{1D964A9F-D9F8-44AF-A25D-4454C5642441}" destId="{67D8C6BF-9445-4C8A-A4E3-17A0F5B142B3}" srcOrd="1" destOrd="0" parTransId="{FD36A315-CB26-4A2A-803C-CCA711F19B9E}" sibTransId="{A6EEC4CE-5567-422D-9F76-85F58D35E1A0}"/>
    <dgm:cxn modelId="{507EB40A-F066-4A47-98F6-03F38586C1D3}" type="presOf" srcId="{67D8C6BF-9445-4C8A-A4E3-17A0F5B142B3}" destId="{7C0BBE6E-2801-48FB-8FD7-34338D6D4E08}" srcOrd="0" destOrd="0" presId="urn:microsoft.com/office/officeart/2011/layout/ThemePictureAccent"/>
    <dgm:cxn modelId="{4C2B2FDC-D1C7-4109-A016-DE8457007F6D}" type="presOf" srcId="{04BC0CDB-DDE6-49FB-B37D-976644FBC25F}" destId="{03023012-7287-4934-A609-9969E568BCCF}" srcOrd="0" destOrd="0" presId="urn:microsoft.com/office/officeart/2011/layout/ThemePictureAccent"/>
    <dgm:cxn modelId="{1E048791-200B-4861-96AA-A4FCFED746D8}" srcId="{1D964A9F-D9F8-44AF-A25D-4454C5642441}" destId="{13566311-F925-4F96-AD4A-A55562022540}" srcOrd="2" destOrd="0" parTransId="{44A0A5BC-45F6-4F4A-843B-5025E51913D7}" sibTransId="{B6F1EC1C-ECB8-436D-B3B8-0082B22EE1E8}"/>
    <dgm:cxn modelId="{BD97CBC0-B7E2-4DFF-8805-5B0A39BAAC46}" type="presOf" srcId="{13566311-F925-4F96-AD4A-A55562022540}" destId="{425BFA5F-C95D-4AFF-A1E0-BA1FC9E85135}" srcOrd="0" destOrd="0" presId="urn:microsoft.com/office/officeart/2011/layout/ThemePictureAccent"/>
    <dgm:cxn modelId="{5249EB0F-2D17-4B27-A2C4-59E965C2D409}" type="presOf" srcId="{1D964A9F-D9F8-44AF-A25D-4454C5642441}" destId="{E82E2193-4C48-438B-AEDB-932369C6E9D2}" srcOrd="0" destOrd="0" presId="urn:microsoft.com/office/officeart/2011/layout/ThemePictureAccent"/>
    <dgm:cxn modelId="{496BF82C-7DD3-4A8B-98E0-479A3C156379}" type="presParOf" srcId="{E82E2193-4C48-438B-AEDB-932369C6E9D2}" destId="{A49B0B27-7E11-499C-A652-6DD96B9A3C7D}" srcOrd="0" destOrd="0" presId="urn:microsoft.com/office/officeart/2011/layout/ThemePictureAccent"/>
    <dgm:cxn modelId="{690E444D-0F83-460F-B472-2839207E886C}" type="presParOf" srcId="{A49B0B27-7E11-499C-A652-6DD96B9A3C7D}" destId="{F9D4E942-FBEB-4D90-9658-9997920221BA}" srcOrd="0" destOrd="0" presId="urn:microsoft.com/office/officeart/2011/layout/ThemePictureAccent"/>
    <dgm:cxn modelId="{2356189B-0826-4383-892E-74AE16817786}" type="presParOf" srcId="{E82E2193-4C48-438B-AEDB-932369C6E9D2}" destId="{188D9154-B40A-48B9-B513-CB68D680F7CB}" srcOrd="1" destOrd="0" presId="urn:microsoft.com/office/officeart/2011/layout/ThemePictureAccent"/>
    <dgm:cxn modelId="{22871710-F7A4-49B4-B7A6-6AC7220E4139}" type="presParOf" srcId="{188D9154-B40A-48B9-B513-CB68D680F7CB}" destId="{CC66CFFA-1058-41AE-9949-2134C5B790CE}" srcOrd="0" destOrd="0" presId="urn:microsoft.com/office/officeart/2011/layout/ThemePictureAccent"/>
    <dgm:cxn modelId="{03FA8A41-5E40-482B-989D-7EBBC61DD458}" type="presParOf" srcId="{E82E2193-4C48-438B-AEDB-932369C6E9D2}" destId="{2F6783C4-4453-44DF-A7F8-2583310F8FF8}" srcOrd="2" destOrd="0" presId="urn:microsoft.com/office/officeart/2011/layout/ThemePictureAccent"/>
    <dgm:cxn modelId="{F1864B0D-49A3-4111-B7AE-4D764EBCB3E9}" type="presParOf" srcId="{E82E2193-4C48-438B-AEDB-932369C6E9D2}" destId="{DCDB3DA3-BC34-4D7A-8F6E-DEDDFB0B1048}" srcOrd="3" destOrd="0" presId="urn:microsoft.com/office/officeart/2011/layout/ThemePictureAccent"/>
    <dgm:cxn modelId="{76BE6AB3-8E1F-4B76-8E99-04D71CACAF06}" type="presParOf" srcId="{DCDB3DA3-BC34-4D7A-8F6E-DEDDFB0B1048}" destId="{E263D270-BE46-4A53-9A3B-044B5EAE2EC2}" srcOrd="0" destOrd="0" presId="urn:microsoft.com/office/officeart/2011/layout/ThemePictureAccent"/>
    <dgm:cxn modelId="{5DACCA8B-D3F5-46F4-A60A-5A357DFABE08}" type="presParOf" srcId="{E82E2193-4C48-438B-AEDB-932369C6E9D2}" destId="{F788CC22-C267-4D04-B7D4-4876228650A5}" srcOrd="4" destOrd="0" presId="urn:microsoft.com/office/officeart/2011/layout/ThemePictureAccent"/>
    <dgm:cxn modelId="{121DB04F-A2A6-4035-B29A-2C31F3A92919}" type="presParOf" srcId="{F788CC22-C267-4D04-B7D4-4876228650A5}" destId="{F4CC1AD4-498A-4DA1-B957-6063253DD65B}" srcOrd="0" destOrd="0" presId="urn:microsoft.com/office/officeart/2011/layout/ThemePictureAccent"/>
    <dgm:cxn modelId="{DBAD4316-1EBF-485A-97F8-3995DE96153F}" type="presParOf" srcId="{E82E2193-4C48-438B-AEDB-932369C6E9D2}" destId="{7C0BBE6E-2801-48FB-8FD7-34338D6D4E08}" srcOrd="5" destOrd="0" presId="urn:microsoft.com/office/officeart/2011/layout/ThemePictureAccent"/>
    <dgm:cxn modelId="{B699782D-81F7-4231-8529-8AF9162CEB41}" type="presParOf" srcId="{E82E2193-4C48-438B-AEDB-932369C6E9D2}" destId="{3A7177FB-052C-4F31-A818-31B20A03C7CC}" srcOrd="6" destOrd="0" presId="urn:microsoft.com/office/officeart/2011/layout/ThemePictureAccent"/>
    <dgm:cxn modelId="{2C854DC2-E629-4A12-B4BD-3D691ADF5E42}" type="presParOf" srcId="{3A7177FB-052C-4F31-A818-31B20A03C7CC}" destId="{ED0FC10F-8309-4F20-B7F1-1ADE8F5E8DC7}" srcOrd="0" destOrd="0" presId="urn:microsoft.com/office/officeart/2011/layout/ThemePictureAccent"/>
    <dgm:cxn modelId="{5A7FDA0E-FAD9-4E53-B385-7C4CBCA2FDEB}" type="presParOf" srcId="{E82E2193-4C48-438B-AEDB-932369C6E9D2}" destId="{57EC83A9-FBA1-4066-A1A5-EB18B0F61F9D}" srcOrd="7" destOrd="0" presId="urn:microsoft.com/office/officeart/2011/layout/ThemePictureAccent"/>
    <dgm:cxn modelId="{4134A804-D336-4BA7-9903-CB6FBD527025}" type="presParOf" srcId="{57EC83A9-FBA1-4066-A1A5-EB18B0F61F9D}" destId="{B495D713-1790-40C1-B589-D059EAA16C28}" srcOrd="0" destOrd="0" presId="urn:microsoft.com/office/officeart/2011/layout/ThemePictureAccent"/>
    <dgm:cxn modelId="{0B841FFD-C373-48C3-A0E5-E737154ADC6C}" type="presParOf" srcId="{E82E2193-4C48-438B-AEDB-932369C6E9D2}" destId="{425BFA5F-C95D-4AFF-A1E0-BA1FC9E85135}" srcOrd="8" destOrd="0" presId="urn:microsoft.com/office/officeart/2011/layout/ThemePictureAccent"/>
    <dgm:cxn modelId="{223068C4-B4C7-4FAE-9734-ACD5691C64A5}" type="presParOf" srcId="{E82E2193-4C48-438B-AEDB-932369C6E9D2}" destId="{EEF39FC0-D0AA-4DB2-AA9B-040783731452}" srcOrd="9" destOrd="0" presId="urn:microsoft.com/office/officeart/2011/layout/ThemePictureAccent"/>
    <dgm:cxn modelId="{AD1B894E-CD08-4D93-A7B9-FA533D531931}" type="presParOf" srcId="{EEF39FC0-D0AA-4DB2-AA9B-040783731452}" destId="{1E0C11A1-20A3-4F92-80FC-7234E3ECF6F6}" srcOrd="0" destOrd="0" presId="urn:microsoft.com/office/officeart/2011/layout/ThemePictureAccent"/>
    <dgm:cxn modelId="{C36DE717-3D53-4632-AE5D-74336865BE10}" type="presParOf" srcId="{E82E2193-4C48-438B-AEDB-932369C6E9D2}" destId="{66D7E9AC-B3CE-49B6-B71E-81767413BDF4}" srcOrd="10" destOrd="0" presId="urn:microsoft.com/office/officeart/2011/layout/ThemePictureAccent"/>
    <dgm:cxn modelId="{747E0D9D-CC83-47A3-BC96-C758526AAAED}" type="presParOf" srcId="{66D7E9AC-B3CE-49B6-B71E-81767413BDF4}" destId="{768201C4-3F32-4ABB-95AC-583C8A6D3B12}" srcOrd="0" destOrd="0" presId="urn:microsoft.com/office/officeart/2011/layout/ThemePictureAccent"/>
    <dgm:cxn modelId="{DAC74887-5538-494D-BFBD-044F81C7569C}" type="presParOf" srcId="{E82E2193-4C48-438B-AEDB-932369C6E9D2}" destId="{03023012-7287-4934-A609-9969E568BCCF}" srcOrd="11" destOrd="0" presId="urn:microsoft.com/office/officeart/2011/layout/ThemePictureAccent"/>
    <dgm:cxn modelId="{F730B847-9C9F-4CBC-9763-D0ADEFF68A96}" type="presParOf" srcId="{E82E2193-4C48-438B-AEDB-932369C6E9D2}" destId="{2FE0F9B6-C6E1-4BF2-A1B9-C13079B54E39}" srcOrd="12" destOrd="0" presId="urn:microsoft.com/office/officeart/2011/layout/ThemePictureAccent"/>
    <dgm:cxn modelId="{BD92DE2D-B154-43E5-A517-F5074639CF5C}" type="presParOf" srcId="{2FE0F9B6-C6E1-4BF2-A1B9-C13079B54E39}" destId="{E347DDAA-CC4D-485C-94BA-8CEF2BB1A0AF}" srcOrd="0" destOrd="0" presId="urn:microsoft.com/office/officeart/2011/layout/ThemePictureAccent"/>
    <dgm:cxn modelId="{CC8D8CB3-1DF0-40AA-9E8F-F0BCA6A44B11}" type="presParOf" srcId="{E82E2193-4C48-438B-AEDB-932369C6E9D2}" destId="{26B0CCE9-2C99-41D6-9EFA-520B3FD5AB37}" srcOrd="13" destOrd="0" presId="urn:microsoft.com/office/officeart/2011/layout/ThemePictureAccent"/>
    <dgm:cxn modelId="{4F442F89-F54B-41A5-8A38-E58E0416C2ED}" type="presParOf" srcId="{26B0CCE9-2C99-41D6-9EFA-520B3FD5AB37}" destId="{B9533A1C-458E-4C28-9F34-088600662F80}" srcOrd="0" destOrd="0" presId="urn:microsoft.com/office/officeart/2011/layout/ThemePictureAccent"/>
    <dgm:cxn modelId="{A2897ACA-0DC5-4D54-9F72-595CF1FB8E56}" type="presParOf" srcId="{E82E2193-4C48-438B-AEDB-932369C6E9D2}" destId="{A58148BA-0D24-4E8E-8243-64FEAFFD4EF8}" srcOrd="14" destOrd="0" presId="urn:microsoft.com/office/officeart/2011/layout/ThemePictureAccent"/>
    <dgm:cxn modelId="{69DD93DB-D127-4B0B-8920-766FF967EC59}" type="presParOf" srcId="{E82E2193-4C48-438B-AEDB-932369C6E9D2}" destId="{D6A17A8B-FD5B-4884-9894-B3F0DD7A69DA}" srcOrd="15" destOrd="0" presId="urn:microsoft.com/office/officeart/2011/layout/ThemePictureAccent"/>
    <dgm:cxn modelId="{780511C9-9169-4C2D-A67E-C74FB3F36BFF}" type="presParOf" srcId="{D6A17A8B-FD5B-4884-9894-B3F0DD7A69DA}" destId="{6DFFA6FB-9E3A-4E85-A14E-A9DF8AA7D399}" srcOrd="0" destOrd="0" presId="urn:microsoft.com/office/officeart/2011/layout/ThemePictureAccent"/>
    <dgm:cxn modelId="{CAAFB01C-28C0-40B2-B2B2-C691A452A180}" type="presParOf" srcId="{E82E2193-4C48-438B-AEDB-932369C6E9D2}" destId="{D8027C03-376E-46CC-8255-1351ED7C577B}" srcOrd="16" destOrd="0" presId="urn:microsoft.com/office/officeart/2011/layout/ThemePictureAccent"/>
    <dgm:cxn modelId="{E566AEA7-9E75-44C0-987E-E41CA7E59858}" type="presParOf" srcId="{D8027C03-376E-46CC-8255-1351ED7C577B}" destId="{70CA3B37-CDFA-4D5F-B319-D5E7D3D83771}" srcOrd="0" destOrd="0" presId="urn:microsoft.com/office/officeart/2011/layout/ThemePictureAccent"/>
    <dgm:cxn modelId="{FB44C0CB-E799-45ED-895C-19D02D0B30C4}" type="presParOf" srcId="{E82E2193-4C48-438B-AEDB-932369C6E9D2}" destId="{53101CB2-78ED-4E0B-8C2F-10E592B69D00}" srcOrd="17" destOrd="0" presId="urn:microsoft.com/office/officeart/2011/layout/ThemePictureAccen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C63275-54BA-475C-A8C3-F2932511CE5F}">
      <dsp:nvSpPr>
        <dsp:cNvPr id="0" name=""/>
        <dsp:cNvSpPr/>
      </dsp:nvSpPr>
      <dsp:spPr>
        <a:xfrm>
          <a:off x="5" y="519"/>
          <a:ext cx="21765" cy="14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" y="519"/>
        <a:ext cx="21765" cy="14208"/>
      </dsp:txXfrm>
    </dsp:sp>
    <dsp:sp modelId="{51235FFA-60B8-4D34-B7D6-B00633D4C124}">
      <dsp:nvSpPr>
        <dsp:cNvPr id="0" name=""/>
        <dsp:cNvSpPr/>
      </dsp:nvSpPr>
      <dsp:spPr>
        <a:xfrm>
          <a:off x="23947" y="1093"/>
          <a:ext cx="21765" cy="130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3947" y="1093"/>
        <a:ext cx="21765" cy="13059"/>
      </dsp:txXfrm>
    </dsp:sp>
    <dsp:sp modelId="{57EC97DA-8644-4C99-97F0-7F07B0D9EB8D}">
      <dsp:nvSpPr>
        <dsp:cNvPr id="0" name=""/>
        <dsp:cNvSpPr/>
      </dsp:nvSpPr>
      <dsp:spPr>
        <a:xfrm>
          <a:off x="5" y="16904"/>
          <a:ext cx="21765" cy="130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" y="16904"/>
        <a:ext cx="21765" cy="13059"/>
      </dsp:txXfrm>
    </dsp:sp>
    <dsp:sp modelId="{C4525C99-FD12-4BEF-8120-3F8A9E9C3F90}">
      <dsp:nvSpPr>
        <dsp:cNvPr id="0" name=""/>
        <dsp:cNvSpPr/>
      </dsp:nvSpPr>
      <dsp:spPr>
        <a:xfrm>
          <a:off x="23947" y="16904"/>
          <a:ext cx="21765" cy="130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3947" y="16904"/>
        <a:ext cx="21765" cy="13059"/>
      </dsp:txXfrm>
    </dsp:sp>
    <dsp:sp modelId="{65CED985-2206-487E-AA75-00929830B2C9}">
      <dsp:nvSpPr>
        <dsp:cNvPr id="0" name=""/>
        <dsp:cNvSpPr/>
      </dsp:nvSpPr>
      <dsp:spPr>
        <a:xfrm>
          <a:off x="11976" y="32140"/>
          <a:ext cx="21765" cy="130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11976" y="32140"/>
        <a:ext cx="21765" cy="130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04F380-BB87-491A-A01E-98999BE3831A}">
      <dsp:nvSpPr>
        <dsp:cNvPr id="0" name=""/>
        <dsp:cNvSpPr/>
      </dsp:nvSpPr>
      <dsp:spPr>
        <a:xfrm rot="5400000">
          <a:off x="3784275" y="126548"/>
          <a:ext cx="1939282" cy="168717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  <a:sp3d extrusionH="28000" prstMaterial="matte"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Upload</a:t>
          </a:r>
          <a:endParaRPr lang="en-US" sz="2000" kern="1200" dirty="0"/>
        </a:p>
      </dsp:txBody>
      <dsp:txXfrm rot="-5400000">
        <a:off x="4173246" y="302700"/>
        <a:ext cx="1161340" cy="1334872"/>
      </dsp:txXfrm>
    </dsp:sp>
    <dsp:sp modelId="{FEE912C4-FFFE-4C72-B595-DFD0A056A776}">
      <dsp:nvSpPr>
        <dsp:cNvPr id="0" name=""/>
        <dsp:cNvSpPr/>
      </dsp:nvSpPr>
      <dsp:spPr>
        <a:xfrm>
          <a:off x="5648702" y="388351"/>
          <a:ext cx="2164239" cy="1163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64DD9E-9871-410D-86A8-6EFEA7823A87}">
      <dsp:nvSpPr>
        <dsp:cNvPr id="0" name=""/>
        <dsp:cNvSpPr/>
      </dsp:nvSpPr>
      <dsp:spPr>
        <a:xfrm rot="5400000">
          <a:off x="1962125" y="126548"/>
          <a:ext cx="1939282" cy="168717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  <a:sp3d extrusionH="28000" prstMaterial="matte"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2351096" y="302700"/>
        <a:ext cx="1161340" cy="1334872"/>
      </dsp:txXfrm>
    </dsp:sp>
    <dsp:sp modelId="{8EBA8E5D-A23D-4828-90DE-6E17F3991110}">
      <dsp:nvSpPr>
        <dsp:cNvPr id="0" name=""/>
        <dsp:cNvSpPr/>
      </dsp:nvSpPr>
      <dsp:spPr>
        <a:xfrm rot="5400000">
          <a:off x="2869709" y="1772611"/>
          <a:ext cx="1939282" cy="168717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  <a:sp3d extrusionH="28000" prstMaterial="matte"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Extract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Topics</a:t>
          </a:r>
          <a:endParaRPr lang="en-US" sz="2000" kern="1200" dirty="0"/>
        </a:p>
      </dsp:txBody>
      <dsp:txXfrm rot="-5400000">
        <a:off x="3258680" y="1948763"/>
        <a:ext cx="1161340" cy="1334872"/>
      </dsp:txXfrm>
    </dsp:sp>
    <dsp:sp modelId="{46EED213-6ACF-4B45-974C-52BC2B9779A9}">
      <dsp:nvSpPr>
        <dsp:cNvPr id="0" name=""/>
        <dsp:cNvSpPr/>
      </dsp:nvSpPr>
      <dsp:spPr>
        <a:xfrm>
          <a:off x="831523" y="2034415"/>
          <a:ext cx="2094425" cy="1163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  <a:sp3d extrusionH="28000" prstMaterial="matte"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Analyze</a:t>
          </a:r>
          <a:endParaRPr lang="en-US" sz="2000" kern="1200" dirty="0"/>
        </a:p>
      </dsp:txBody>
      <dsp:txXfrm>
        <a:off x="831523" y="2034415"/>
        <a:ext cx="2094425" cy="1163569"/>
      </dsp:txXfrm>
    </dsp:sp>
    <dsp:sp modelId="{38122040-0AEA-4C2C-A926-82CEE2F9FD99}">
      <dsp:nvSpPr>
        <dsp:cNvPr id="0" name=""/>
        <dsp:cNvSpPr/>
      </dsp:nvSpPr>
      <dsp:spPr>
        <a:xfrm rot="5400000">
          <a:off x="4691859" y="1772611"/>
          <a:ext cx="1939282" cy="168717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  <a:sp3d extrusionH="28000" prstMaterial="matte"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5080830" y="1948763"/>
        <a:ext cx="1161340" cy="1334872"/>
      </dsp:txXfrm>
    </dsp:sp>
    <dsp:sp modelId="{9E9B4241-65B0-438A-BF54-0722FBEEA385}">
      <dsp:nvSpPr>
        <dsp:cNvPr id="0" name=""/>
        <dsp:cNvSpPr/>
      </dsp:nvSpPr>
      <dsp:spPr>
        <a:xfrm rot="5400000">
          <a:off x="3784275" y="3418675"/>
          <a:ext cx="1939282" cy="168717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  <a:sp3d extrusionH="28000" prstMaterial="matte"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Generate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Topics</a:t>
          </a:r>
          <a:endParaRPr lang="en-US" sz="2000" kern="1200" dirty="0"/>
        </a:p>
      </dsp:txBody>
      <dsp:txXfrm rot="-5400000">
        <a:off x="4173246" y="3594827"/>
        <a:ext cx="1161340" cy="1334872"/>
      </dsp:txXfrm>
    </dsp:sp>
    <dsp:sp modelId="{39223E98-9FEB-4380-8D20-3C0036D0CD75}">
      <dsp:nvSpPr>
        <dsp:cNvPr id="0" name=""/>
        <dsp:cNvSpPr/>
      </dsp:nvSpPr>
      <dsp:spPr>
        <a:xfrm>
          <a:off x="5648702" y="3680478"/>
          <a:ext cx="2164239" cy="1163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  <a:sp3d extrusionH="28000" prstMaterial="matte"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Analyze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    Performance</a:t>
          </a:r>
          <a:endParaRPr lang="en-US" sz="2000" kern="1200" dirty="0"/>
        </a:p>
      </dsp:txBody>
      <dsp:txXfrm>
        <a:off x="5648702" y="3680478"/>
        <a:ext cx="2164239" cy="1163569"/>
      </dsp:txXfrm>
    </dsp:sp>
    <dsp:sp modelId="{335F8902-D091-4796-86E6-9589B2C37C4E}">
      <dsp:nvSpPr>
        <dsp:cNvPr id="0" name=""/>
        <dsp:cNvSpPr/>
      </dsp:nvSpPr>
      <dsp:spPr>
        <a:xfrm rot="5400000">
          <a:off x="1962125" y="3418675"/>
          <a:ext cx="1939282" cy="168717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  <a:sp3d extrusionH="28000" prstMaterial="matte"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2351096" y="3594827"/>
        <a:ext cx="1161340" cy="13348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D0A368-4BF3-4460-A1A1-BE4864174287}">
      <dsp:nvSpPr>
        <dsp:cNvPr id="0" name=""/>
        <dsp:cNvSpPr/>
      </dsp:nvSpPr>
      <dsp:spPr>
        <a:xfrm>
          <a:off x="-3996568" y="-669457"/>
          <a:ext cx="5199715" cy="5199715"/>
        </a:xfrm>
        <a:prstGeom prst="blockArc">
          <a:avLst>
            <a:gd name="adj1" fmla="val 18900000"/>
            <a:gd name="adj2" fmla="val 2700000"/>
            <a:gd name="adj3" fmla="val 415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FCD80-30F3-4699-9AE2-4E41BAF06083}">
      <dsp:nvSpPr>
        <dsp:cNvPr id="0" name=""/>
        <dsp:cNvSpPr/>
      </dsp:nvSpPr>
      <dsp:spPr>
        <a:xfrm>
          <a:off x="1103061" y="351865"/>
          <a:ext cx="5349190" cy="772160"/>
        </a:xfrm>
        <a:prstGeom prst="rect">
          <a:avLst/>
        </a:prstGeom>
        <a:solidFill>
          <a:srgbClr val="E5193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2902" tIns="88900" rIns="88900" bIns="8890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Increase data redundancy</a:t>
          </a:r>
          <a:endParaRPr lang="en-US" sz="3500" kern="1200" dirty="0"/>
        </a:p>
      </dsp:txBody>
      <dsp:txXfrm>
        <a:off x="1103061" y="351865"/>
        <a:ext cx="5349190" cy="772160"/>
      </dsp:txXfrm>
    </dsp:sp>
    <dsp:sp modelId="{46F025B6-0F25-47A8-B2AD-FC3EF38A6A3B}">
      <dsp:nvSpPr>
        <dsp:cNvPr id="0" name=""/>
        <dsp:cNvSpPr/>
      </dsp:nvSpPr>
      <dsp:spPr>
        <a:xfrm>
          <a:off x="422451" y="289560"/>
          <a:ext cx="965200" cy="9652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18CBF5-98B4-4356-9DE7-17BDB3089278}">
      <dsp:nvSpPr>
        <dsp:cNvPr id="0" name=""/>
        <dsp:cNvSpPr/>
      </dsp:nvSpPr>
      <dsp:spPr>
        <a:xfrm>
          <a:off x="1431100" y="1535617"/>
          <a:ext cx="5830071" cy="803308"/>
        </a:xfrm>
        <a:prstGeom prst="rect">
          <a:avLst/>
        </a:prstGeom>
        <a:solidFill>
          <a:srgbClr val="92D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2902" tIns="88900" rIns="88900" bIns="8890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 Reduce data redundancy</a:t>
          </a:r>
          <a:endParaRPr lang="en-US" sz="3500" kern="1200" dirty="0"/>
        </a:p>
      </dsp:txBody>
      <dsp:txXfrm>
        <a:off x="1431100" y="1535617"/>
        <a:ext cx="5830071" cy="803308"/>
      </dsp:txXfrm>
    </dsp:sp>
    <dsp:sp modelId="{70C7FBFE-C247-496E-B2B3-D1270B07146B}">
      <dsp:nvSpPr>
        <dsp:cNvPr id="0" name=""/>
        <dsp:cNvSpPr/>
      </dsp:nvSpPr>
      <dsp:spPr>
        <a:xfrm>
          <a:off x="703131" y="1447800"/>
          <a:ext cx="965200" cy="9652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294854-1D27-4A66-812D-ECF6E5EEF764}">
      <dsp:nvSpPr>
        <dsp:cNvPr id="0" name=""/>
        <dsp:cNvSpPr/>
      </dsp:nvSpPr>
      <dsp:spPr>
        <a:xfrm>
          <a:off x="1124822" y="2707594"/>
          <a:ext cx="5203308" cy="772160"/>
        </a:xfrm>
        <a:prstGeom prst="rect">
          <a:avLst/>
        </a:prstGeom>
        <a:solidFill>
          <a:srgbClr val="E5193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2902" tIns="88900" rIns="88900" bIns="8890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Delete all tables</a:t>
          </a:r>
          <a:endParaRPr lang="en-US" sz="3500" kern="1200" dirty="0"/>
        </a:p>
      </dsp:txBody>
      <dsp:txXfrm>
        <a:off x="1124822" y="2707594"/>
        <a:ext cx="5203308" cy="772160"/>
      </dsp:txXfrm>
    </dsp:sp>
    <dsp:sp modelId="{12A72816-B381-460F-9F69-10891516381C}">
      <dsp:nvSpPr>
        <dsp:cNvPr id="0" name=""/>
        <dsp:cNvSpPr/>
      </dsp:nvSpPr>
      <dsp:spPr>
        <a:xfrm>
          <a:off x="422451" y="2606040"/>
          <a:ext cx="965200" cy="9652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A23668-644E-45AC-AC0F-85B0DCE27726}">
      <dsp:nvSpPr>
        <dsp:cNvPr id="0" name=""/>
        <dsp:cNvSpPr/>
      </dsp:nvSpPr>
      <dsp:spPr>
        <a:xfrm>
          <a:off x="24435" y="2072"/>
          <a:ext cx="2382812" cy="11914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105" tIns="52070" rIns="78105" bIns="5207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 dirty="0" smtClean="0"/>
            <a:t>TECH</a:t>
          </a:r>
          <a:endParaRPr lang="en-US" sz="4100" kern="1200" dirty="0"/>
        </a:p>
      </dsp:txBody>
      <dsp:txXfrm>
        <a:off x="59330" y="36967"/>
        <a:ext cx="2313022" cy="1121616"/>
      </dsp:txXfrm>
    </dsp:sp>
    <dsp:sp modelId="{DEB1812A-629D-460C-8E0F-2AE481ECB0EA}">
      <dsp:nvSpPr>
        <dsp:cNvPr id="0" name=""/>
        <dsp:cNvSpPr/>
      </dsp:nvSpPr>
      <dsp:spPr>
        <a:xfrm>
          <a:off x="262716" y="1193478"/>
          <a:ext cx="238281" cy="8935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3554"/>
              </a:lnTo>
              <a:lnTo>
                <a:pt x="238281" y="89355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BF7480-5494-409D-99F4-FE096E67CA1F}">
      <dsp:nvSpPr>
        <dsp:cNvPr id="0" name=""/>
        <dsp:cNvSpPr/>
      </dsp:nvSpPr>
      <dsp:spPr>
        <a:xfrm>
          <a:off x="500998" y="1491330"/>
          <a:ext cx="1906249" cy="11914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HTML/CSS/Java Script</a:t>
          </a:r>
          <a:endParaRPr lang="en-US" sz="2100" kern="1200" dirty="0"/>
        </a:p>
      </dsp:txBody>
      <dsp:txXfrm>
        <a:off x="535893" y="1526225"/>
        <a:ext cx="1836459" cy="1121616"/>
      </dsp:txXfrm>
    </dsp:sp>
    <dsp:sp modelId="{09BABC47-EBAF-49C6-B0BE-3C089E10EFA5}">
      <dsp:nvSpPr>
        <dsp:cNvPr id="0" name=""/>
        <dsp:cNvSpPr/>
      </dsp:nvSpPr>
      <dsp:spPr>
        <a:xfrm>
          <a:off x="262716" y="1193478"/>
          <a:ext cx="238281" cy="23828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82812"/>
              </a:lnTo>
              <a:lnTo>
                <a:pt x="238281" y="238281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0BF654-B4DE-4BBD-A1C9-46B4331B1B46}">
      <dsp:nvSpPr>
        <dsp:cNvPr id="0" name=""/>
        <dsp:cNvSpPr/>
      </dsp:nvSpPr>
      <dsp:spPr>
        <a:xfrm>
          <a:off x="500998" y="2980588"/>
          <a:ext cx="1906249" cy="11914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Python &amp; Flask</a:t>
          </a:r>
          <a:endParaRPr lang="en-US" sz="2100" kern="1200" dirty="0"/>
        </a:p>
      </dsp:txBody>
      <dsp:txXfrm>
        <a:off x="535893" y="3015483"/>
        <a:ext cx="1836459" cy="1121616"/>
      </dsp:txXfrm>
    </dsp:sp>
    <dsp:sp modelId="{C772379F-FB76-492C-ABF7-B252428EB6B0}">
      <dsp:nvSpPr>
        <dsp:cNvPr id="0" name=""/>
        <dsp:cNvSpPr/>
      </dsp:nvSpPr>
      <dsp:spPr>
        <a:xfrm>
          <a:off x="3002951" y="2072"/>
          <a:ext cx="2382812" cy="11914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105" tIns="52070" rIns="78105" bIns="5207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 dirty="0" smtClean="0"/>
            <a:t>PURPOSE</a:t>
          </a:r>
          <a:endParaRPr lang="en-US" sz="4100" kern="1200" dirty="0"/>
        </a:p>
      </dsp:txBody>
      <dsp:txXfrm>
        <a:off x="3037846" y="36967"/>
        <a:ext cx="2313022" cy="1121616"/>
      </dsp:txXfrm>
    </dsp:sp>
    <dsp:sp modelId="{9A48A552-068C-41E1-8D90-017EEA60AA70}">
      <dsp:nvSpPr>
        <dsp:cNvPr id="0" name=""/>
        <dsp:cNvSpPr/>
      </dsp:nvSpPr>
      <dsp:spPr>
        <a:xfrm>
          <a:off x="3241232" y="1193478"/>
          <a:ext cx="238281" cy="8935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3554"/>
              </a:lnTo>
              <a:lnTo>
                <a:pt x="238281" y="89355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F4C7D4-EF8C-4D3A-8D37-96DF549854DF}">
      <dsp:nvSpPr>
        <dsp:cNvPr id="0" name=""/>
        <dsp:cNvSpPr/>
      </dsp:nvSpPr>
      <dsp:spPr>
        <a:xfrm>
          <a:off x="3479513" y="1491330"/>
          <a:ext cx="1906249" cy="11914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Website</a:t>
          </a:r>
          <a:endParaRPr lang="en-US" sz="2100" kern="1200" dirty="0"/>
        </a:p>
      </dsp:txBody>
      <dsp:txXfrm>
        <a:off x="3514408" y="1526225"/>
        <a:ext cx="1836459" cy="1121616"/>
      </dsp:txXfrm>
    </dsp:sp>
    <dsp:sp modelId="{E54C6C56-DEA9-47BB-B507-5DDE502FAF07}">
      <dsp:nvSpPr>
        <dsp:cNvPr id="0" name=""/>
        <dsp:cNvSpPr/>
      </dsp:nvSpPr>
      <dsp:spPr>
        <a:xfrm>
          <a:off x="3241232" y="1193478"/>
          <a:ext cx="238281" cy="23828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82812"/>
              </a:lnTo>
              <a:lnTo>
                <a:pt x="238281" y="238281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631DCF-05F0-4DA7-A1C1-841D09258110}">
      <dsp:nvSpPr>
        <dsp:cNvPr id="0" name=""/>
        <dsp:cNvSpPr/>
      </dsp:nvSpPr>
      <dsp:spPr>
        <a:xfrm>
          <a:off x="3479513" y="2980588"/>
          <a:ext cx="1906249" cy="11914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Backend</a:t>
          </a:r>
          <a:endParaRPr lang="en-US" sz="2100" kern="1200" dirty="0"/>
        </a:p>
      </dsp:txBody>
      <dsp:txXfrm>
        <a:off x="3514408" y="3015483"/>
        <a:ext cx="1836459" cy="11216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4897F6-ABCA-4887-8C10-EA6F9D825438}">
      <dsp:nvSpPr>
        <dsp:cNvPr id="0" name=""/>
        <dsp:cNvSpPr/>
      </dsp:nvSpPr>
      <dsp:spPr>
        <a:xfrm>
          <a:off x="623" y="561878"/>
          <a:ext cx="2268973" cy="11344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TECH</a:t>
          </a:r>
          <a:endParaRPr lang="en-US" sz="3900" kern="1200" dirty="0"/>
        </a:p>
      </dsp:txBody>
      <dsp:txXfrm>
        <a:off x="33851" y="595106"/>
        <a:ext cx="2202517" cy="1068030"/>
      </dsp:txXfrm>
    </dsp:sp>
    <dsp:sp modelId="{E13E998D-5854-4EED-905A-75FA038EC0DF}">
      <dsp:nvSpPr>
        <dsp:cNvPr id="0" name=""/>
        <dsp:cNvSpPr/>
      </dsp:nvSpPr>
      <dsp:spPr>
        <a:xfrm>
          <a:off x="227520" y="1696365"/>
          <a:ext cx="226897" cy="8508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0865"/>
              </a:lnTo>
              <a:lnTo>
                <a:pt x="226897" y="85086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C49755-834A-4114-9778-ED8CD1177D16}">
      <dsp:nvSpPr>
        <dsp:cNvPr id="0" name=""/>
        <dsp:cNvSpPr/>
      </dsp:nvSpPr>
      <dsp:spPr>
        <a:xfrm>
          <a:off x="454418" y="1979987"/>
          <a:ext cx="1815178" cy="11344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AI API</a:t>
          </a:r>
          <a:endParaRPr lang="en-US" sz="1800" kern="1200" dirty="0"/>
        </a:p>
      </dsp:txBody>
      <dsp:txXfrm>
        <a:off x="487646" y="2013215"/>
        <a:ext cx="1748722" cy="1068030"/>
      </dsp:txXfrm>
    </dsp:sp>
    <dsp:sp modelId="{8A3FEB2C-5BF6-4718-A24C-7CE4424CB1FB}">
      <dsp:nvSpPr>
        <dsp:cNvPr id="0" name=""/>
        <dsp:cNvSpPr/>
      </dsp:nvSpPr>
      <dsp:spPr>
        <a:xfrm>
          <a:off x="227520" y="1696365"/>
          <a:ext cx="226897" cy="22689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68973"/>
              </a:lnTo>
              <a:lnTo>
                <a:pt x="226897" y="226897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8C2915-30EE-46CB-AB9B-8109E8759F3B}">
      <dsp:nvSpPr>
        <dsp:cNvPr id="0" name=""/>
        <dsp:cNvSpPr/>
      </dsp:nvSpPr>
      <dsp:spPr>
        <a:xfrm>
          <a:off x="454418" y="3398095"/>
          <a:ext cx="1815178" cy="11344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SQ Lite</a:t>
          </a:r>
          <a:endParaRPr lang="en-US" sz="1800" kern="1200" dirty="0"/>
        </a:p>
      </dsp:txBody>
      <dsp:txXfrm>
        <a:off x="487646" y="3431323"/>
        <a:ext cx="1748722" cy="1068030"/>
      </dsp:txXfrm>
    </dsp:sp>
    <dsp:sp modelId="{8B8085C1-6FA8-4FEC-94D2-A2BCA7CB24E5}">
      <dsp:nvSpPr>
        <dsp:cNvPr id="0" name=""/>
        <dsp:cNvSpPr/>
      </dsp:nvSpPr>
      <dsp:spPr>
        <a:xfrm>
          <a:off x="2836840" y="561878"/>
          <a:ext cx="2268973" cy="11344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PURPOSE</a:t>
          </a:r>
          <a:endParaRPr lang="en-US" sz="3900" kern="1200" dirty="0"/>
        </a:p>
      </dsp:txBody>
      <dsp:txXfrm>
        <a:off x="2870068" y="595106"/>
        <a:ext cx="2202517" cy="1068030"/>
      </dsp:txXfrm>
    </dsp:sp>
    <dsp:sp modelId="{65616B5C-7169-4023-B6A9-F2DD3B9E241D}">
      <dsp:nvSpPr>
        <dsp:cNvPr id="0" name=""/>
        <dsp:cNvSpPr/>
      </dsp:nvSpPr>
      <dsp:spPr>
        <a:xfrm>
          <a:off x="3063737" y="1696365"/>
          <a:ext cx="226897" cy="8508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0865"/>
              </a:lnTo>
              <a:lnTo>
                <a:pt x="226897" y="85086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826CC7-19F9-4C90-A5A0-2FE9C72ECF6C}">
      <dsp:nvSpPr>
        <dsp:cNvPr id="0" name=""/>
        <dsp:cNvSpPr/>
      </dsp:nvSpPr>
      <dsp:spPr>
        <a:xfrm>
          <a:off x="3290634" y="1979987"/>
          <a:ext cx="1815178" cy="11344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Generate Topics/Questions</a:t>
          </a:r>
          <a:endParaRPr lang="en-US" sz="1800" kern="1200" dirty="0"/>
        </a:p>
      </dsp:txBody>
      <dsp:txXfrm>
        <a:off x="3323862" y="2013215"/>
        <a:ext cx="1748722" cy="1068030"/>
      </dsp:txXfrm>
    </dsp:sp>
    <dsp:sp modelId="{7886048B-B3FF-4D76-ADD5-9ADE3E4EE4DC}">
      <dsp:nvSpPr>
        <dsp:cNvPr id="0" name=""/>
        <dsp:cNvSpPr/>
      </dsp:nvSpPr>
      <dsp:spPr>
        <a:xfrm>
          <a:off x="3063737" y="1696365"/>
          <a:ext cx="226897" cy="22689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68973"/>
              </a:lnTo>
              <a:lnTo>
                <a:pt x="226897" y="226897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1DD035-B214-41B9-9CF5-8C43E874D03F}">
      <dsp:nvSpPr>
        <dsp:cNvPr id="0" name=""/>
        <dsp:cNvSpPr/>
      </dsp:nvSpPr>
      <dsp:spPr>
        <a:xfrm>
          <a:off x="3290634" y="3398095"/>
          <a:ext cx="1815178" cy="11344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Store </a:t>
          </a:r>
          <a:r>
            <a:rPr lang="en-US" sz="1800" kern="1200" dirty="0" err="1" smtClean="0"/>
            <a:t>Qiz</a:t>
          </a:r>
          <a:r>
            <a:rPr lang="en-US" sz="1800" kern="1200" dirty="0" smtClean="0"/>
            <a:t> Results</a:t>
          </a:r>
          <a:endParaRPr lang="en-US" sz="1800" kern="1200" dirty="0"/>
        </a:p>
      </dsp:txBody>
      <dsp:txXfrm>
        <a:off x="3323862" y="3431323"/>
        <a:ext cx="1748722" cy="106803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330764-1DDA-431C-90F0-FE01F188EA4A}">
      <dsp:nvSpPr>
        <dsp:cNvPr id="0" name=""/>
        <dsp:cNvSpPr/>
      </dsp:nvSpPr>
      <dsp:spPr>
        <a:xfrm>
          <a:off x="2415002" y="1129897"/>
          <a:ext cx="5237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3791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p3d z="-25400" prstMaterial="plastic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663038" y="1172845"/>
        <a:ext cx="27719" cy="5543"/>
      </dsp:txXfrm>
    </dsp:sp>
    <dsp:sp modelId="{0454F6FD-DD7C-4DF3-BDE2-F23BC334837E}">
      <dsp:nvSpPr>
        <dsp:cNvPr id="0" name=""/>
        <dsp:cNvSpPr/>
      </dsp:nvSpPr>
      <dsp:spPr>
        <a:xfrm>
          <a:off x="6403" y="452498"/>
          <a:ext cx="2410399" cy="1446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>
              <a:latin typeface="Algerian" panose="04020705040A02060702" pitchFamily="82" charset="0"/>
            </a:rPr>
            <a:t>Text Notes</a:t>
          </a:r>
          <a:endParaRPr lang="en-US" sz="2600" kern="1200" dirty="0">
            <a:latin typeface="Algerian" panose="04020705040A02060702" pitchFamily="82" charset="0"/>
          </a:endParaRPr>
        </a:p>
      </dsp:txBody>
      <dsp:txXfrm>
        <a:off x="6403" y="452498"/>
        <a:ext cx="2410399" cy="1446239"/>
      </dsp:txXfrm>
    </dsp:sp>
    <dsp:sp modelId="{4C1D42AA-88E0-4870-84C6-0F48B2EECB66}">
      <dsp:nvSpPr>
        <dsp:cNvPr id="0" name=""/>
        <dsp:cNvSpPr/>
      </dsp:nvSpPr>
      <dsp:spPr>
        <a:xfrm>
          <a:off x="5379793" y="1129897"/>
          <a:ext cx="5237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3791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p3d z="-25400" prstMaterial="plastic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627829" y="1172845"/>
        <a:ext cx="27719" cy="5543"/>
      </dsp:txXfrm>
    </dsp:sp>
    <dsp:sp modelId="{713222D4-7E1B-4ABA-B744-CCBC7DEC4ECC}">
      <dsp:nvSpPr>
        <dsp:cNvPr id="0" name=""/>
        <dsp:cNvSpPr/>
      </dsp:nvSpPr>
      <dsp:spPr>
        <a:xfrm>
          <a:off x="2971194" y="452498"/>
          <a:ext cx="2410399" cy="1446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>
              <a:latin typeface="Algerian" panose="04020705040A02060702" pitchFamily="82" charset="0"/>
            </a:rPr>
            <a:t>Topic </a:t>
          </a:r>
          <a:r>
            <a:rPr lang="en-US" sz="2600" kern="1200" dirty="0" err="1" smtClean="0">
              <a:latin typeface="Algerian" panose="04020705040A02060702" pitchFamily="82" charset="0"/>
            </a:rPr>
            <a:t>Etraction</a:t>
          </a:r>
          <a:endParaRPr lang="en-US" sz="2600" kern="1200" dirty="0">
            <a:latin typeface="Algerian" panose="04020705040A02060702" pitchFamily="82" charset="0"/>
          </a:endParaRPr>
        </a:p>
      </dsp:txBody>
      <dsp:txXfrm>
        <a:off x="2971194" y="452498"/>
        <a:ext cx="2410399" cy="1446239"/>
      </dsp:txXfrm>
    </dsp:sp>
    <dsp:sp modelId="{B16DEC02-FC4B-47AB-8D70-F5D1532510C1}">
      <dsp:nvSpPr>
        <dsp:cNvPr id="0" name=""/>
        <dsp:cNvSpPr/>
      </dsp:nvSpPr>
      <dsp:spPr>
        <a:xfrm>
          <a:off x="1211602" y="1896937"/>
          <a:ext cx="5929582" cy="523791"/>
        </a:xfrm>
        <a:custGeom>
          <a:avLst/>
          <a:gdLst/>
          <a:ahLst/>
          <a:cxnLst/>
          <a:rect l="0" t="0" r="0" b="0"/>
          <a:pathLst>
            <a:path>
              <a:moveTo>
                <a:pt x="5929582" y="0"/>
              </a:moveTo>
              <a:lnTo>
                <a:pt x="5929582" y="278995"/>
              </a:lnTo>
              <a:lnTo>
                <a:pt x="0" y="278995"/>
              </a:lnTo>
              <a:lnTo>
                <a:pt x="0" y="523791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p3d z="-25400" prstMaterial="plastic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027507" y="2156061"/>
        <a:ext cx="297772" cy="5543"/>
      </dsp:txXfrm>
    </dsp:sp>
    <dsp:sp modelId="{B56FDDC5-9324-4612-A41F-635279777716}">
      <dsp:nvSpPr>
        <dsp:cNvPr id="0" name=""/>
        <dsp:cNvSpPr/>
      </dsp:nvSpPr>
      <dsp:spPr>
        <a:xfrm>
          <a:off x="5935985" y="452498"/>
          <a:ext cx="2410399" cy="1446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>
              <a:latin typeface="Algerian" panose="04020705040A02060702" pitchFamily="82" charset="0"/>
            </a:rPr>
            <a:t>Question </a:t>
          </a:r>
          <a:r>
            <a:rPr lang="en-US" sz="2600" kern="1200" dirty="0" err="1" smtClean="0">
              <a:latin typeface="Algerian" panose="04020705040A02060702" pitchFamily="82" charset="0"/>
            </a:rPr>
            <a:t>Genaration</a:t>
          </a:r>
          <a:endParaRPr lang="en-US" sz="2600" kern="1200" dirty="0">
            <a:latin typeface="Algerian" panose="04020705040A02060702" pitchFamily="82" charset="0"/>
          </a:endParaRPr>
        </a:p>
      </dsp:txBody>
      <dsp:txXfrm>
        <a:off x="5935985" y="452498"/>
        <a:ext cx="2410399" cy="1446239"/>
      </dsp:txXfrm>
    </dsp:sp>
    <dsp:sp modelId="{DD8D5E48-915E-498D-8466-4613C62BB46D}">
      <dsp:nvSpPr>
        <dsp:cNvPr id="0" name=""/>
        <dsp:cNvSpPr/>
      </dsp:nvSpPr>
      <dsp:spPr>
        <a:xfrm>
          <a:off x="2415002" y="3130529"/>
          <a:ext cx="5237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3791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p3d z="-25400" prstMaterial="plastic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663038" y="3173477"/>
        <a:ext cx="27719" cy="5543"/>
      </dsp:txXfrm>
    </dsp:sp>
    <dsp:sp modelId="{F0BF0505-2CEE-46E9-8BC1-C25E8B122037}">
      <dsp:nvSpPr>
        <dsp:cNvPr id="0" name=""/>
        <dsp:cNvSpPr/>
      </dsp:nvSpPr>
      <dsp:spPr>
        <a:xfrm>
          <a:off x="6403" y="2453129"/>
          <a:ext cx="2410399" cy="1446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>
              <a:latin typeface="Algerian" panose="04020705040A02060702" pitchFamily="82" charset="0"/>
            </a:rPr>
            <a:t>Quiz</a:t>
          </a:r>
          <a:endParaRPr lang="en-US" sz="2600" kern="1200" dirty="0">
            <a:latin typeface="Algerian" panose="04020705040A02060702" pitchFamily="82" charset="0"/>
          </a:endParaRPr>
        </a:p>
      </dsp:txBody>
      <dsp:txXfrm>
        <a:off x="6403" y="2453129"/>
        <a:ext cx="2410399" cy="1446239"/>
      </dsp:txXfrm>
    </dsp:sp>
    <dsp:sp modelId="{E8543A08-1A6B-4FE6-BFB4-B3EEC0563E6B}">
      <dsp:nvSpPr>
        <dsp:cNvPr id="0" name=""/>
        <dsp:cNvSpPr/>
      </dsp:nvSpPr>
      <dsp:spPr>
        <a:xfrm>
          <a:off x="5379793" y="3130529"/>
          <a:ext cx="5237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3791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p3d z="-25400" prstMaterial="plastic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627829" y="3173477"/>
        <a:ext cx="27719" cy="5543"/>
      </dsp:txXfrm>
    </dsp:sp>
    <dsp:sp modelId="{E06E1977-AEF3-4FC6-9861-E8CF259C4628}">
      <dsp:nvSpPr>
        <dsp:cNvPr id="0" name=""/>
        <dsp:cNvSpPr/>
      </dsp:nvSpPr>
      <dsp:spPr>
        <a:xfrm>
          <a:off x="2971194" y="2453129"/>
          <a:ext cx="2410399" cy="1446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>
              <a:latin typeface="Algerian" panose="04020705040A02060702" pitchFamily="82" charset="0"/>
            </a:rPr>
            <a:t>Scoring</a:t>
          </a:r>
          <a:endParaRPr lang="en-US" sz="2600" kern="1200" dirty="0">
            <a:latin typeface="Algerian" panose="04020705040A02060702" pitchFamily="82" charset="0"/>
          </a:endParaRPr>
        </a:p>
      </dsp:txBody>
      <dsp:txXfrm>
        <a:off x="2971194" y="2453129"/>
        <a:ext cx="2410399" cy="1446239"/>
      </dsp:txXfrm>
    </dsp:sp>
    <dsp:sp modelId="{23A3E7D2-A637-4EC4-850A-A4FD802A42CB}">
      <dsp:nvSpPr>
        <dsp:cNvPr id="0" name=""/>
        <dsp:cNvSpPr/>
      </dsp:nvSpPr>
      <dsp:spPr>
        <a:xfrm>
          <a:off x="5935985" y="2453129"/>
          <a:ext cx="2410399" cy="1446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>
              <a:latin typeface="Algerian" panose="04020705040A02060702" pitchFamily="82" charset="0"/>
            </a:rPr>
            <a:t>Weak Topic Detection</a:t>
          </a:r>
          <a:endParaRPr lang="en-US" sz="2600" kern="1200" dirty="0">
            <a:latin typeface="Algerian" panose="04020705040A02060702" pitchFamily="82" charset="0"/>
          </a:endParaRPr>
        </a:p>
      </dsp:txBody>
      <dsp:txXfrm>
        <a:off x="5935985" y="2453129"/>
        <a:ext cx="2410399" cy="14462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D4E942-FBEB-4D90-9658-9997920221BA}">
      <dsp:nvSpPr>
        <dsp:cNvPr id="0" name=""/>
        <dsp:cNvSpPr/>
      </dsp:nvSpPr>
      <dsp:spPr>
        <a:xfrm>
          <a:off x="2108815" y="1269054"/>
          <a:ext cx="3548673" cy="2188971"/>
        </a:xfrm>
        <a:prstGeom prst="rect">
          <a:avLst/>
        </a:prstGeom>
        <a:solidFill>
          <a:schemeClr val="accent1">
            <a:lumMod val="50000"/>
          </a:schemeClr>
        </a:solidFill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C66CFFA-1058-41AE-9949-2134C5B790CE}">
      <dsp:nvSpPr>
        <dsp:cNvPr id="0" name=""/>
        <dsp:cNvSpPr/>
      </dsp:nvSpPr>
      <dsp:spPr>
        <a:xfrm>
          <a:off x="2265731" y="1377145"/>
          <a:ext cx="3206655" cy="1845140"/>
        </a:xfrm>
        <a:prstGeom prst="rect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6783C4-4453-44DF-A7F8-2583310F8FF8}">
      <dsp:nvSpPr>
        <dsp:cNvPr id="0" name=""/>
        <dsp:cNvSpPr/>
      </dsp:nvSpPr>
      <dsp:spPr>
        <a:xfrm>
          <a:off x="2367286" y="1482629"/>
          <a:ext cx="3071270" cy="1507799"/>
        </a:xfrm>
        <a:prstGeom prst="rect">
          <a:avLst/>
        </a:prstGeom>
        <a:noFill/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55245" tIns="18415" rIns="55245" bIns="0" numCol="1" spcCol="1270" anchor="b" anchorCtr="0">
          <a:noAutofit/>
        </a:bodyPr>
        <a:lstStyle/>
        <a:p>
          <a:pPr lvl="0" algn="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>
              <a:latin typeface="Bodoni MT" panose="02070603080606020203" pitchFamily="18" charset="0"/>
            </a:rPr>
            <a:t>PERSONALIZED</a:t>
          </a:r>
          <a:r>
            <a:rPr lang="en-US" sz="2900" kern="1200" dirty="0" smtClean="0">
              <a:latin typeface="Algerian" panose="04020705040A02060702" pitchFamily="82" charset="0"/>
            </a:rPr>
            <a:t> </a:t>
          </a:r>
          <a:r>
            <a:rPr lang="en-US" sz="2900" kern="1200" dirty="0" smtClean="0">
              <a:latin typeface="Bodoni MT" panose="02070603080606020203" pitchFamily="18" charset="0"/>
            </a:rPr>
            <a:t>PRACTICE</a:t>
          </a:r>
          <a:endParaRPr lang="en-US" sz="2900" kern="1200" dirty="0">
            <a:latin typeface="Bodoni MT" panose="02070603080606020203" pitchFamily="18" charset="0"/>
          </a:endParaRPr>
        </a:p>
      </dsp:txBody>
      <dsp:txXfrm>
        <a:off x="2367286" y="1482629"/>
        <a:ext cx="3071270" cy="1507799"/>
      </dsp:txXfrm>
    </dsp:sp>
    <dsp:sp modelId="{E263D270-BE46-4A53-9A3B-044B5EAE2EC2}">
      <dsp:nvSpPr>
        <dsp:cNvPr id="0" name=""/>
        <dsp:cNvSpPr/>
      </dsp:nvSpPr>
      <dsp:spPr>
        <a:xfrm>
          <a:off x="4270883" y="-245343"/>
          <a:ext cx="1388857" cy="1416794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4CC1AD4-498A-4DA1-B957-6063253DD65B}">
      <dsp:nvSpPr>
        <dsp:cNvPr id="0" name=""/>
        <dsp:cNvSpPr/>
      </dsp:nvSpPr>
      <dsp:spPr>
        <a:xfrm>
          <a:off x="4339604" y="-235449"/>
          <a:ext cx="1216903" cy="1244616"/>
        </a:xfrm>
        <a:prstGeom prst="rect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0BBE6E-2801-48FB-8FD7-34338D6D4E08}">
      <dsp:nvSpPr>
        <dsp:cNvPr id="0" name=""/>
        <dsp:cNvSpPr/>
      </dsp:nvSpPr>
      <dsp:spPr>
        <a:xfrm>
          <a:off x="4315125" y="0"/>
          <a:ext cx="1195632" cy="1222436"/>
        </a:xfrm>
        <a:prstGeom prst="rect">
          <a:avLst/>
        </a:prstGeom>
        <a:noFill/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45720" tIns="15240" rIns="45720" bIns="0" numCol="1" spcCol="1270" anchor="b" anchorCtr="0">
          <a:noAutofit/>
        </a:bodyPr>
        <a:lstStyle/>
        <a:p>
          <a:pPr lvl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Bodoni MT Condensed" panose="02070606080606020203" pitchFamily="18" charset="0"/>
            </a:rPr>
            <a:t>PROGRESS</a:t>
          </a:r>
        </a:p>
        <a:p>
          <a:pPr lvl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Bodoni MT Condensed" panose="02070606080606020203" pitchFamily="18" charset="0"/>
            </a:rPr>
            <a:t>DASHBOARD</a:t>
          </a:r>
          <a:endParaRPr lang="en-US" sz="2400" kern="1200" dirty="0">
            <a:latin typeface="Bodoni MT Condensed" panose="02070606080606020203" pitchFamily="18" charset="0"/>
          </a:endParaRPr>
        </a:p>
      </dsp:txBody>
      <dsp:txXfrm>
        <a:off x="4315125" y="0"/>
        <a:ext cx="1195632" cy="1222436"/>
      </dsp:txXfrm>
    </dsp:sp>
    <dsp:sp modelId="{ED0FC10F-8309-4F20-B7F1-1ADE8F5E8DC7}">
      <dsp:nvSpPr>
        <dsp:cNvPr id="0" name=""/>
        <dsp:cNvSpPr/>
      </dsp:nvSpPr>
      <dsp:spPr>
        <a:xfrm>
          <a:off x="5837705" y="1776337"/>
          <a:ext cx="1935740" cy="1542792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495D713-1790-40C1-B589-D059EAA16C28}">
      <dsp:nvSpPr>
        <dsp:cNvPr id="0" name=""/>
        <dsp:cNvSpPr/>
      </dsp:nvSpPr>
      <dsp:spPr>
        <a:xfrm>
          <a:off x="5844009" y="2146172"/>
          <a:ext cx="1517350" cy="872439"/>
        </a:xfrm>
        <a:prstGeom prst="rect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5BFA5F-C95D-4AFF-A1E0-BA1FC9E85135}">
      <dsp:nvSpPr>
        <dsp:cNvPr id="0" name=""/>
        <dsp:cNvSpPr/>
      </dsp:nvSpPr>
      <dsp:spPr>
        <a:xfrm>
          <a:off x="5764757" y="1424855"/>
          <a:ext cx="1912924" cy="1437071"/>
        </a:xfrm>
        <a:prstGeom prst="rect">
          <a:avLst/>
        </a:prstGeom>
        <a:noFill/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34290" tIns="11430" rIns="34290" bIns="0" numCol="1" spcCol="1270" anchor="b" anchorCtr="0">
          <a:noAutofit/>
        </a:bodyPr>
        <a:lstStyle/>
        <a:p>
          <a:pPr lvl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Bodoni MT" panose="02070603080606020203" pitchFamily="18" charset="0"/>
            </a:rPr>
            <a:t>HANDWRITTEN</a:t>
          </a:r>
        </a:p>
        <a:p>
          <a:pPr lvl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Bodoni MT" panose="02070603080606020203" pitchFamily="18" charset="0"/>
            </a:rPr>
            <a:t>NOTES </a:t>
          </a:r>
          <a:endParaRPr lang="en-US" sz="1800" kern="1200" dirty="0">
            <a:latin typeface="Bodoni MT" panose="02070603080606020203" pitchFamily="18" charset="0"/>
          </a:endParaRPr>
        </a:p>
      </dsp:txBody>
      <dsp:txXfrm>
        <a:off x="5764757" y="1424855"/>
        <a:ext cx="1912924" cy="1437071"/>
      </dsp:txXfrm>
    </dsp:sp>
    <dsp:sp modelId="{1E0C11A1-20A3-4F92-80FC-7234E3ECF6F6}">
      <dsp:nvSpPr>
        <dsp:cNvPr id="0" name=""/>
        <dsp:cNvSpPr/>
      </dsp:nvSpPr>
      <dsp:spPr>
        <a:xfrm>
          <a:off x="1165281" y="2550186"/>
          <a:ext cx="828905" cy="841993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768201C4-3F32-4ABB-95AC-583C8A6D3B12}">
      <dsp:nvSpPr>
        <dsp:cNvPr id="0" name=""/>
        <dsp:cNvSpPr/>
      </dsp:nvSpPr>
      <dsp:spPr>
        <a:xfrm>
          <a:off x="1234009" y="2596565"/>
          <a:ext cx="658211" cy="672439"/>
        </a:xfrm>
        <a:prstGeom prst="rect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023012-7287-4934-A609-9969E568BCCF}">
      <dsp:nvSpPr>
        <dsp:cNvPr id="0" name=""/>
        <dsp:cNvSpPr/>
      </dsp:nvSpPr>
      <dsp:spPr>
        <a:xfrm>
          <a:off x="989559" y="2403401"/>
          <a:ext cx="994708" cy="835144"/>
        </a:xfrm>
        <a:prstGeom prst="rect">
          <a:avLst/>
        </a:prstGeom>
        <a:noFill/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26670" tIns="8890" rIns="26670" bIns="0" numCol="1" spcCol="1270" anchor="b" anchorCtr="0">
          <a:noAutofit/>
        </a:bodyPr>
        <a:lstStyle/>
        <a:p>
          <a:pPr lvl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Bodoni MT" panose="02070603080606020203" pitchFamily="18" charset="0"/>
            </a:rPr>
            <a:t>UPLOAD</a:t>
          </a:r>
        </a:p>
        <a:p>
          <a:pPr lvl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Bodoni MT" panose="02070603080606020203" pitchFamily="18" charset="0"/>
            </a:rPr>
            <a:t>FILES</a:t>
          </a:r>
          <a:endParaRPr lang="en-US" sz="1400" kern="1200" dirty="0">
            <a:latin typeface="Bodoni MT" panose="02070603080606020203" pitchFamily="18" charset="0"/>
          </a:endParaRPr>
        </a:p>
      </dsp:txBody>
      <dsp:txXfrm>
        <a:off x="989559" y="2403401"/>
        <a:ext cx="994708" cy="835144"/>
      </dsp:txXfrm>
    </dsp:sp>
    <dsp:sp modelId="{E347DDAA-CC4D-485C-94BA-8CEF2BB1A0AF}">
      <dsp:nvSpPr>
        <dsp:cNvPr id="0" name=""/>
        <dsp:cNvSpPr/>
      </dsp:nvSpPr>
      <dsp:spPr>
        <a:xfrm>
          <a:off x="5108323" y="3510998"/>
          <a:ext cx="1460032" cy="1416794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9533A1C-458E-4C28-9F34-088600662F80}">
      <dsp:nvSpPr>
        <dsp:cNvPr id="0" name=""/>
        <dsp:cNvSpPr/>
      </dsp:nvSpPr>
      <dsp:spPr>
        <a:xfrm>
          <a:off x="5192096" y="3598137"/>
          <a:ext cx="1288078" cy="1244616"/>
        </a:xfrm>
        <a:prstGeom prst="rect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8148BA-0D24-4E8E-8243-64FEAFFD4EF8}">
      <dsp:nvSpPr>
        <dsp:cNvPr id="0" name=""/>
        <dsp:cNvSpPr/>
      </dsp:nvSpPr>
      <dsp:spPr>
        <a:xfrm>
          <a:off x="4139162" y="2760327"/>
          <a:ext cx="2363380" cy="1828412"/>
        </a:xfrm>
        <a:prstGeom prst="rect">
          <a:avLst/>
        </a:prstGeom>
        <a:noFill/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34290" tIns="11430" rIns="34290" bIns="0" numCol="1" spcCol="1270" anchor="b" anchorCtr="0">
          <a:noAutofit/>
        </a:bodyPr>
        <a:lstStyle/>
        <a:p>
          <a:pPr lvl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tx1">
                  <a:lumMod val="75000"/>
                  <a:lumOff val="25000"/>
                </a:schemeClr>
              </a:solidFill>
              <a:latin typeface="Bodoni MT" panose="02070603080606020203" pitchFamily="18" charset="0"/>
            </a:rPr>
            <a:t>MULTIPLE</a:t>
          </a:r>
          <a:r>
            <a:rPr lang="en-US" sz="1800" kern="1200" dirty="0" smtClean="0">
              <a:latin typeface="Bodoni MT" panose="02070603080606020203" pitchFamily="18" charset="0"/>
            </a:rPr>
            <a:t> </a:t>
          </a:r>
          <a:r>
            <a:rPr lang="en-US" sz="1800" kern="1200" dirty="0" smtClean="0">
              <a:solidFill>
                <a:schemeClr val="tx1">
                  <a:lumMod val="75000"/>
                  <a:lumOff val="25000"/>
                </a:schemeClr>
              </a:solidFill>
              <a:latin typeface="Bodoni MT" panose="02070603080606020203" pitchFamily="18" charset="0"/>
            </a:rPr>
            <a:t>LANGUAGE</a:t>
          </a:r>
          <a:endParaRPr lang="en-US" sz="1800" kern="1200" dirty="0">
            <a:solidFill>
              <a:schemeClr val="tx1">
                <a:lumMod val="75000"/>
                <a:lumOff val="25000"/>
              </a:schemeClr>
            </a:solidFill>
            <a:latin typeface="Bodoni MT" panose="02070603080606020203" pitchFamily="18" charset="0"/>
          </a:endParaRPr>
        </a:p>
      </dsp:txBody>
      <dsp:txXfrm>
        <a:off x="4139162" y="2760327"/>
        <a:ext cx="2363380" cy="1828412"/>
      </dsp:txXfrm>
    </dsp:sp>
    <dsp:sp modelId="{6DFFA6FB-9E3A-4E85-A14E-A9DF8AA7D399}">
      <dsp:nvSpPr>
        <dsp:cNvPr id="0" name=""/>
        <dsp:cNvSpPr/>
      </dsp:nvSpPr>
      <dsp:spPr>
        <a:xfrm>
          <a:off x="2124846" y="3561804"/>
          <a:ext cx="1487117" cy="84199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70CA3B37-CDFA-4D5F-B319-D5E7D3D83771}">
      <dsp:nvSpPr>
        <dsp:cNvPr id="0" name=""/>
        <dsp:cNvSpPr/>
      </dsp:nvSpPr>
      <dsp:spPr>
        <a:xfrm>
          <a:off x="2186368" y="3598137"/>
          <a:ext cx="1317052" cy="672439"/>
        </a:xfrm>
        <a:prstGeom prst="rect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101CB2-78ED-4E0B-8C2F-10E592B69D00}">
      <dsp:nvSpPr>
        <dsp:cNvPr id="0" name=""/>
        <dsp:cNvSpPr/>
      </dsp:nvSpPr>
      <dsp:spPr>
        <a:xfrm>
          <a:off x="2058634" y="3779864"/>
          <a:ext cx="1386264" cy="372177"/>
        </a:xfrm>
        <a:prstGeom prst="rect">
          <a:avLst/>
        </a:prstGeom>
        <a:noFill/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22860" tIns="7620" rIns="22860" bIns="0" numCol="1" spcCol="1270" anchor="b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 dirty="0">
            <a:solidFill>
              <a:schemeClr val="tx1">
                <a:lumMod val="95000"/>
                <a:lumOff val="5000"/>
              </a:schemeClr>
            </a:solidFill>
            <a:latin typeface="Bodoni MT" panose="02070603080606020203" pitchFamily="18" charset="0"/>
          </a:endParaRPr>
        </a:p>
      </dsp:txBody>
      <dsp:txXfrm>
        <a:off x="2058634" y="3779864"/>
        <a:ext cx="1386264" cy="3721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1/layout/ThemePictureAccent">
  <dgm:title val="Theme Picture Accent"/>
  <dgm:desc val="Use to show a group of pictures with the first picture being centered and the largest. Can contain up to six Level 1 pictures. Unused pictures do not appear, but remain available if you switch layouts.  Works best with small amounts of text."/>
  <dgm:catLst>
    <dgm:cat type="picture" pri="13250"/>
    <dgm:cat type="officeonline" pri="4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  <dgm:pt modelId="50">
          <dgm:prSet phldr="1"/>
        </dgm:pt>
        <dgm:pt modelId="60">
          <dgm:prSet phldr="1"/>
        </dgm:pt>
      </dgm:ptLst>
      <dgm:cxnLst>
        <dgm:cxn modelId="70" srcId="0" destId="10" srcOrd="0" destOrd="0"/>
        <dgm:cxn modelId="80" srcId="0" destId="20" srcOrd="1" destOrd="0"/>
        <dgm:cxn modelId="90" srcId="0" destId="30" srcOrd="2" destOrd="0"/>
        <dgm:cxn modelId="100" srcId="0" destId="40" srcOrd="3" destOrd="0"/>
        <dgm:cxn modelId="110" srcId="0" destId="50" srcOrd="4" destOrd="0"/>
        <dgm:cxn modelId="120" srcId="0" destId="60" srcOrd="5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6"/>
      <dgm:chPref val="6"/>
      <dgm:dir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62"/>
            </dgm:alg>
            <dgm:constrLst>
              <dgm:constr type="primFontSz" for="des" forName="Text1" val="65"/>
              <dgm:constr type="l" for="ch" forName="Image1" refType="w" fact="0"/>
              <dgm:constr type="t" for="ch" forName="Image1" refType="h" fact="0"/>
              <dgm:constr type="w" for="ch" forName="Image1" refType="w"/>
              <dgm:constr type="h" for="ch" forName="Image1" refType="h"/>
              <dgm:constr type="l" for="ch" forName="Accent1" refType="w" fact="0.0491"/>
              <dgm:constr type="t" for="ch" forName="Accent1" refType="h" fact="0.0756"/>
              <dgm:constr type="w" for="ch" forName="Accent1" refType="w" fact="0.9035"/>
              <dgm:constr type="h" for="ch" forName="Accent1" refType="h" fact="0.8429"/>
              <dgm:constr type="l" for="ch" forName="Text1" refType="w" fact="0.0491"/>
              <dgm:constr type="t" for="ch" forName="Text1" refType="h" fact="0.6654"/>
              <dgm:constr type="w" for="ch" forName="Text1" refType="w" fact="0.9035"/>
              <dgm:constr type="h" for="ch" forName="Text1" refType="h" fact="0.2548"/>
            </dgm:constrLst>
          </dgm:if>
          <dgm:if name="Name5" axis="ch" ptType="node" func="cnt" op="equ" val="2">
            <dgm:alg type="composite">
              <dgm:param type="ar" val="0.9528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l" for="ch" forName="Image1" refType="w" fact="0"/>
              <dgm:constr type="t" for="ch" forName="Image1" refType="h" fact="0.4119"/>
              <dgm:constr type="w" for="ch" forName="Image1" refType="w" fact="0.997"/>
              <dgm:constr type="h" for="ch" forName="Image1" refType="h" fact="0.5881"/>
              <dgm:constr type="l" for="ch" forName="Accent1" refType="w" fact="0.049"/>
              <dgm:constr type="t" for="ch" forName="Accent1" refType="h" fact="0.4563"/>
              <dgm:constr type="w" for="ch" forName="Accent1" refType="w" fact="0.9008"/>
              <dgm:constr type="h" for="ch" forName="Accent1" refType="h" fact="0.4958"/>
              <dgm:constr type="l" for="ch" forName="Image2" refType="w" fact="0.6099"/>
              <dgm:constr type="t" for="ch" forName="Image2" refType="h" fact="0"/>
              <dgm:constr type="w" for="ch" forName="Image2" refType="w" fact="0.3901"/>
              <dgm:constr type="h" for="ch" forName="Image2" refType="h" fact="0.3806"/>
              <dgm:constr type="l" for="ch" forName="Accent2" refType="w" fact="0.6338"/>
              <dgm:constr type="t" for="ch" forName="Accent2" refType="h" fact="0.0231"/>
              <dgm:constr type="w" for="ch" forName="Accent2" refType="w" fact="0.3418"/>
              <dgm:constr type="h" for="ch" forName="Accent2" refType="h" fact="0.3343"/>
              <dgm:constr type="l" for="ch" forName="Text1" refType="w" fact="0.049"/>
              <dgm:constr type="t" for="ch" forName="Text1" refType="h" fact="0.8032"/>
              <dgm:constr type="w" for="ch" forName="Text1" refType="w" fact="0.9008"/>
              <dgm:constr type="h" for="ch" forName="Text1" refType="h" fact="0.1499"/>
              <dgm:constr type="l" for="ch" forName="Text2" refType="w" fact="0.6335"/>
              <dgm:constr type="t" for="ch" forName="Text2" refType="h" fact="0.2575"/>
              <dgm:constr type="w" for="ch" forName="Text2" refType="w" fact="0.3418"/>
              <dgm:constr type="h" for="ch" forName="Text2" refType="h" fact="0.0999"/>
            </dgm:constrLst>
          </dgm:if>
          <dgm:if name="Name6" axis="ch" ptType="node" func="cnt" op="equ" val="3">
            <dgm:alg type="composite">
              <dgm:param type="ar" val="1.4351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l" for="ch" forName="Image1" refType="w" fact="0"/>
              <dgm:constr type="t" for="ch" forName="Image1" refType="h" fact="0.4119"/>
              <dgm:constr type="w" for="ch" forName="Image1" refType="w" fact="0.6627"/>
              <dgm:constr type="h" for="ch" forName="Image1" refType="h" fact="0.5881"/>
              <dgm:constr type="l" for="ch" forName="Accent1" refType="w" fact="0.0326"/>
              <dgm:constr type="t" for="ch" forName="Accent1" refType="h" fact="0.4563"/>
              <dgm:constr type="w" for="ch" forName="Accent1" refType="w" fact="0.5988"/>
              <dgm:constr type="h" for="ch" forName="Accent1" refType="h" fact="0.4958"/>
              <dgm:constr type="l" for="ch" forName="Image3" refType="w" fact="0.6846"/>
              <dgm:constr type="t" for="ch" forName="Image3" refType="h" fact="0.6397"/>
              <dgm:constr type="w" for="ch" forName="Image3" refType="w" fact="0.3154"/>
              <dgm:constr type="h" for="ch" forName="Image3" refType="h" fact="0.2805"/>
              <dgm:constr type="l" for="ch" forName="Accent3" refType="w" fact="0.7006"/>
              <dgm:constr type="t" for="ch" forName="Accent3" refType="h" fact="0.6629"/>
              <dgm:constr type="w" for="ch" forName="Accent3" refType="w" fact="0.2833"/>
              <dgm:constr type="h" for="ch" forName="Accent3" refType="h" fact="0.2344"/>
              <dgm:constr type="l" for="ch" forName="Image2" refType="w" fact="0.4054"/>
              <dgm:constr type="t" for="ch" forName="Image2" refType="h" fact="0"/>
              <dgm:constr type="w" for="ch" forName="Image2" refType="w" fact="0.2593"/>
              <dgm:constr type="h" for="ch" forName="Image2" refType="h" fact="0.3806"/>
              <dgm:constr type="l" for="ch" forName="Accent2" refType="w" fact="0.4213"/>
              <dgm:constr type="t" for="ch" forName="Accent2" refType="h" fact="0.0231"/>
              <dgm:constr type="w" for="ch" forName="Accent2" refType="w" fact="0.2272"/>
              <dgm:constr type="h" for="ch" forName="Accent2" refType="h" fact="0.3343"/>
              <dgm:constr type="l" for="ch" forName="Text1" refType="w" fact="0.0326"/>
              <dgm:constr type="t" for="ch" forName="Text1" refType="h" fact="0.8032"/>
              <dgm:constr type="w" for="ch" forName="Text1" refType="w" fact="0.5988"/>
              <dgm:constr type="h" for="ch" forName="Text1" refType="h" fact="0.1499"/>
              <dgm:constr type="l" for="ch" forName="Text2" refType="w" fact="0.4211"/>
              <dgm:constr type="t" for="ch" forName="Text2" refType="h" fact="0.2575"/>
              <dgm:constr type="w" for="ch" forName="Text2" refType="w" fact="0.2272"/>
              <dgm:constr type="h" for="ch" forName="Text2" refType="h" fact="0.0999"/>
              <dgm:constr type="l" for="ch" forName="Text3" refType="w" fact="0.7006"/>
              <dgm:constr type="t" for="ch" forName="Text3" refType="h" fact="0.7974"/>
              <dgm:constr type="w" for="ch" forName="Text3" refType="w" fact="0.2833"/>
              <dgm:constr type="h" for="ch" forName="Text3" refType="h" fact="0.0999"/>
            </dgm:constrLst>
          </dgm:if>
          <dgm:if name="Name7" axis="ch" ptType="node" func="cnt" op="equ" val="4">
            <dgm:alg type="composite">
              <dgm:param type="ar" val="1.6922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l" for="ch" forName="Image1" refType="w" fact="0.1498"/>
              <dgm:constr type="t" for="ch" forName="Image1" refType="h" fact="0.4119"/>
              <dgm:constr type="w" for="ch" forName="Image1" refType="w" fact="0.5634"/>
              <dgm:constr type="h" for="ch" forName="Image1" refType="h" fact="0.5881"/>
              <dgm:constr type="l" for="ch" forName="Accent1" refType="w" fact="0.1774"/>
              <dgm:constr type="t" for="ch" forName="Accent1" refType="h" fact="0.4563"/>
              <dgm:constr type="w" for="ch" forName="Accent1" refType="w" fact="0.5091"/>
              <dgm:constr type="h" for="ch" forName="Accent1" refType="h" fact="0.4958"/>
              <dgm:constr type="l" for="ch" forName="Image4" refType="w" fact="0"/>
              <dgm:constr type="t" for="ch" forName="Image4" refType="h" fact="0.7601"/>
              <dgm:constr type="w" for="ch" forName="Image4" refType="w" fact="0.1316"/>
              <dgm:constr type="h" for="ch" forName="Image4" refType="h" fact="0.2262"/>
              <dgm:constr type="l" for="ch" forName="Accent4" refType="w" fact="0.0136"/>
              <dgm:constr type="t" for="ch" forName="Accent4" refType="h" fact="0.7839"/>
              <dgm:constr type="w" for="ch" forName="Accent4" refType="w" fact="0.1045"/>
              <dgm:constr type="h" for="ch" forName="Accent4" refType="h" fact="0.1806"/>
              <dgm:constr type="l" for="ch" forName="Image3" refType="w" fact="0.7318"/>
              <dgm:constr type="t" for="ch" forName="Image3" refType="h" fact="0.6397"/>
              <dgm:constr type="w" for="ch" forName="Image3" refType="w" fact="0.2682"/>
              <dgm:constr type="h" for="ch" forName="Image3" refType="h" fact="0.2805"/>
              <dgm:constr type="l" for="ch" forName="Accent3" refType="w" fact="0.7455"/>
              <dgm:constr type="t" for="ch" forName="Accent3" refType="h" fact="0.6629"/>
              <dgm:constr type="w" for="ch" forName="Accent3" refType="w" fact="0.2409"/>
              <dgm:constr type="h" for="ch" forName="Accent3" refType="h" fact="0.2344"/>
              <dgm:constr type="l" for="ch" forName="Image2" refType="w" fact="0.4944"/>
              <dgm:constr type="t" for="ch" forName="Image2" refType="h" fact="0"/>
              <dgm:constr type="w" for="ch" forName="Image2" refType="w" fact="0.2205"/>
              <dgm:constr type="h" for="ch" forName="Image2" refType="h" fact="0.3806"/>
              <dgm:constr type="l" for="ch" forName="Accent2" refType="w" fact="0.508"/>
              <dgm:constr type="t" for="ch" forName="Accent2" refType="h" fact="0.0231"/>
              <dgm:constr type="w" for="ch" forName="Accent2" refType="w" fact="0.1932"/>
              <dgm:constr type="h" for="ch" forName="Accent2" refType="h" fact="0.3343"/>
              <dgm:constr type="l" for="ch" forName="Text1" refType="w" fact="0.1774"/>
              <dgm:constr type="t" for="ch" forName="Text1" refType="h" fact="0.8032"/>
              <dgm:constr type="w" for="ch" forName="Text1" refType="w" fact="0.5091"/>
              <dgm:constr type="h" for="ch" forName="Text1" refType="h" fact="0.1499"/>
              <dgm:constr type="l" for="ch" forName="Text2" refType="w" fact="0.5078"/>
              <dgm:constr type="t" for="ch" forName="Text2" refType="h" fact="0.2575"/>
              <dgm:constr type="w" for="ch" forName="Text2" refType="w" fact="0.1932"/>
              <dgm:constr type="h" for="ch" forName="Text2" refType="h" fact="0.0999"/>
              <dgm:constr type="l" for="ch" forName="Text3" refType="w" fact="0.7455"/>
              <dgm:constr type="t" for="ch" forName="Text3" refType="h" fact="0.7974"/>
              <dgm:constr type="w" for="ch" forName="Text3" refType="w" fact="0.2409"/>
              <dgm:constr type="h" for="ch" forName="Text3" refType="h" fact="0.0999"/>
              <dgm:constr type="l" for="ch" forName="Text4" refType="w" fact="0.0136"/>
              <dgm:constr type="t" for="ch" forName="Text4" refType="h" fact="0.8647"/>
              <dgm:constr type="w" for="ch" forName="Text4" refType="w" fact="0.1045"/>
              <dgm:constr type="h" for="ch" forName="Text4" refType="h" fact="0.0999"/>
            </dgm:constrLst>
          </dgm:if>
          <dgm:if name="Name8" axis="ch" ptType="node" func="cnt" op="equ" val="5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l" for="ch" forName="Image1" refType="w" fact="0.1498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l" for="ch" forName="Accent1" refType="w" fact="0.1774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l" for="ch" forName="Image4" refType="w" fact="0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l" for="ch" forName="Accent4" refType="w" fact="0.0136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l" for="ch" forName="Image5" refType="w" fact="0.6287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l" for="ch" forName="Accent5" refType="w" fact="0.642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l" for="ch" forName="Image3" refType="w" fact="0.7318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l" for="ch" forName="Accent3" refType="w" fact="0.745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l" for="ch" forName="Image2" refType="w" fact="0.4944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l" for="ch" forName="Accent2" refType="w" fact="0.508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l" for="ch" forName="Text1" refType="w" fact="0.1774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l" for="ch" forName="Text2" refType="w" fact="0.5078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l" for="ch" forName="Text3" refType="w" fact="0.745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l" for="ch" forName="Text5" refType="w" fact="0.642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l" for="ch" forName="Text4" refType="w" fact="0.0136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if>
          <dgm:else name="Name9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primFontSz" for="des" forName="Text6" refType="primFontSz" refFor="des" refForName="Text1" op="equ"/>
              <dgm:constr type="l" for="ch" forName="Image1" refType="w" fact="0.1498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l" for="ch" forName="Accent1" refType="w" fact="0.1774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l" for="ch" forName="Image4" refType="w" fact="0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l" for="ch" forName="Accent4" refType="w" fact="0.0136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l" for="ch" forName="Image5" refType="w" fact="0.6287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l" for="ch" forName="Accent5" refType="w" fact="0.642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l" for="ch" forName="Image3" refType="w" fact="0.7318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l" for="ch" forName="Accent3" refType="w" fact="0.745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l" for="ch" forName="Image2" refType="w" fact="0.4944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l" for="ch" forName="Accent2" refType="w" fact="0.508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l" for="ch" forName="Text1" refType="w" fact="0.1774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l" for="ch" forName="Image6" refType="w" fact="0.151"/>
              <dgm:constr type="t" for="ch" forName="Image6" refType="h" fact="0.7301"/>
              <dgm:constr type="w" for="ch" forName="Image6" refType="w" fact="0.2361"/>
              <dgm:constr type="h" for="ch" forName="Image6" refType="h" fact="0.1604"/>
              <dgm:constr type="l" for="ch" forName="Accent6" refType="w" fact="0.1648"/>
              <dgm:constr type="t" for="ch" forName="Accent6" refType="h" fact="0.7467"/>
              <dgm:constr type="w" for="ch" forName="Accent6" refType="w" fact="0.2091"/>
              <dgm:constr type="h" for="ch" forName="Accent6" refType="h" fact="0.1281"/>
              <dgm:constr type="l" for="ch" forName="Text2" refType="w" fact="0.5078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l" for="ch" forName="Text3" refType="w" fact="0.745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l" for="ch" forName="Text5" refType="w" fact="0.642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l" for="ch" forName="Text6" refType="w" fact="0.1648"/>
              <dgm:constr type="t" for="ch" forName="Text6" refType="h" fact="0.8039"/>
              <dgm:constr type="w" for="ch" forName="Text6" refType="w" fact="0.2091"/>
              <dgm:constr type="h" for="ch" forName="Text6" refType="h" fact="0.0709"/>
              <dgm:constr type="l" for="ch" forName="Text4" refType="w" fact="0.0136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else>
        </dgm:choose>
      </dgm:if>
      <dgm:else name="Name10">
        <dgm:choose name="Name11">
          <dgm:if name="Name12" axis="ch" ptType="node" func="cnt" op="equ" val="1">
            <dgm:alg type="composite">
              <dgm:param type="ar" val="1.62"/>
            </dgm:alg>
            <dgm:constrLst>
              <dgm:constr type="primFontSz" for="des" forName="Text1" val="65"/>
              <dgm:constr type="l" for="ch" forName="Image1" refType="w" fact="0"/>
              <dgm:constr type="t" for="ch" forName="Image1" refType="h" fact="0"/>
              <dgm:constr type="w" for="ch" forName="Image1" refType="w"/>
              <dgm:constr type="h" for="ch" forName="Image1" refType="h"/>
              <dgm:constr type="l" for="ch" forName="Accent1" refType="w" fact="0.0491"/>
              <dgm:constr type="t" for="ch" forName="Accent1" refType="h" fact="0.0756"/>
              <dgm:constr type="w" for="ch" forName="Accent1" refType="w" fact="0.9035"/>
              <dgm:constr type="h" for="ch" forName="Accent1" refType="h" fact="0.8429"/>
              <dgm:constr type="l" for="ch" forName="Text1" refType="w" fact="0.0491"/>
              <dgm:constr type="t" for="ch" forName="Text1" refType="h" fact="0.6654"/>
              <dgm:constr type="w" for="ch" forName="Text1" refType="w" fact="0.9035"/>
              <dgm:constr type="h" for="ch" forName="Text1" refType="h" fact="0.2548"/>
            </dgm:constrLst>
          </dgm:if>
          <dgm:if name="Name13" axis="ch" ptType="node" func="cnt" op="equ" val="2">
            <dgm:alg type="composite">
              <dgm:param type="ar" val="0.9528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r" for="ch" forName="Image1" refType="w"/>
              <dgm:constr type="t" for="ch" forName="Image1" refType="h" fact="0.4119"/>
              <dgm:constr type="w" for="ch" forName="Image1" refType="w" fact="0.997"/>
              <dgm:constr type="h" for="ch" forName="Image1" refType="h" fact="0.5881"/>
              <dgm:constr type="r" for="ch" forName="Accent1" refType="w" fact="0.951"/>
              <dgm:constr type="t" for="ch" forName="Accent1" refType="h" fact="0.4563"/>
              <dgm:constr type="w" for="ch" forName="Accent1" refType="w" fact="0.9008"/>
              <dgm:constr type="h" for="ch" forName="Accent1" refType="h" fact="0.4958"/>
              <dgm:constr type="r" for="ch" forName="Image2" refType="w" fact="0.3901"/>
              <dgm:constr type="t" for="ch" forName="Image2" refType="h" fact="0"/>
              <dgm:constr type="w" for="ch" forName="Image2" refType="w" fact="0.3901"/>
              <dgm:constr type="h" for="ch" forName="Image2" refType="h" fact="0.3806"/>
              <dgm:constr type="r" for="ch" forName="Accent2" refType="w" fact="0.3662"/>
              <dgm:constr type="t" for="ch" forName="Accent2" refType="h" fact="0.0231"/>
              <dgm:constr type="w" for="ch" forName="Accent2" refType="w" fact="0.3418"/>
              <dgm:constr type="h" for="ch" forName="Accent2" refType="h" fact="0.3343"/>
              <dgm:constr type="r" for="ch" forName="Text1" refType="w" fact="0.951"/>
              <dgm:constr type="t" for="ch" forName="Text1" refType="h" fact="0.8032"/>
              <dgm:constr type="w" for="ch" forName="Text1" refType="w" fact="0.9008"/>
              <dgm:constr type="h" for="ch" forName="Text1" refType="h" fact="0.1499"/>
              <dgm:constr type="r" for="ch" forName="Text2" refType="w" fact="0.3665"/>
              <dgm:constr type="t" for="ch" forName="Text2" refType="h" fact="0.2575"/>
              <dgm:constr type="w" for="ch" forName="Text2" refType="w" fact="0.3418"/>
              <dgm:constr type="h" for="ch" forName="Text2" refType="h" fact="0.0999"/>
            </dgm:constrLst>
          </dgm:if>
          <dgm:if name="Name14" axis="ch" ptType="node" func="cnt" op="equ" val="3">
            <dgm:alg type="composite">
              <dgm:param type="ar" val="1.4351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r" for="ch" forName="Image1" refType="w"/>
              <dgm:constr type="t" for="ch" forName="Image1" refType="h" fact="0.4119"/>
              <dgm:constr type="w" for="ch" forName="Image1" refType="w" fact="0.6627"/>
              <dgm:constr type="h" for="ch" forName="Image1" refType="h" fact="0.5881"/>
              <dgm:constr type="r" for="ch" forName="Accent1" refType="w" fact="0.9674"/>
              <dgm:constr type="t" for="ch" forName="Accent1" refType="h" fact="0.4563"/>
              <dgm:constr type="w" for="ch" forName="Accent1" refType="w" fact="0.5988"/>
              <dgm:constr type="h" for="ch" forName="Accent1" refType="h" fact="0.4958"/>
              <dgm:constr type="r" for="ch" forName="Image3" refType="w" fact="0.3154"/>
              <dgm:constr type="t" for="ch" forName="Image3" refType="h" fact="0.6397"/>
              <dgm:constr type="w" for="ch" forName="Image3" refType="w" fact="0.3154"/>
              <dgm:constr type="h" for="ch" forName="Image3" refType="h" fact="0.2805"/>
              <dgm:constr type="r" for="ch" forName="Accent3" refType="w" fact="0.2994"/>
              <dgm:constr type="t" for="ch" forName="Accent3" refType="h" fact="0.6629"/>
              <dgm:constr type="w" for="ch" forName="Accent3" refType="w" fact="0.2833"/>
              <dgm:constr type="h" for="ch" forName="Accent3" refType="h" fact="0.2344"/>
              <dgm:constr type="r" for="ch" forName="Image2" refType="w" fact="0.5946"/>
              <dgm:constr type="t" for="ch" forName="Image2" refType="h" fact="0"/>
              <dgm:constr type="w" for="ch" forName="Image2" refType="w" fact="0.2593"/>
              <dgm:constr type="h" for="ch" forName="Image2" refType="h" fact="0.3806"/>
              <dgm:constr type="r" for="ch" forName="Accent2" refType="w" fact="0.5787"/>
              <dgm:constr type="t" for="ch" forName="Accent2" refType="h" fact="0.0231"/>
              <dgm:constr type="w" for="ch" forName="Accent2" refType="w" fact="0.2272"/>
              <dgm:constr type="h" for="ch" forName="Accent2" refType="h" fact="0.3343"/>
              <dgm:constr type="r" for="ch" forName="Text1" refType="w" fact="0.9674"/>
              <dgm:constr type="t" for="ch" forName="Text1" refType="h" fact="0.8032"/>
              <dgm:constr type="w" for="ch" forName="Text1" refType="w" fact="0.5988"/>
              <dgm:constr type="h" for="ch" forName="Text1" refType="h" fact="0.1499"/>
              <dgm:constr type="r" for="ch" forName="Text2" refType="w" fact="0.5789"/>
              <dgm:constr type="t" for="ch" forName="Text2" refType="h" fact="0.2575"/>
              <dgm:constr type="w" for="ch" forName="Text2" refType="w" fact="0.2272"/>
              <dgm:constr type="h" for="ch" forName="Text2" refType="h" fact="0.0999"/>
              <dgm:constr type="r" for="ch" forName="Text3" refType="w" fact="0.2994"/>
              <dgm:constr type="t" for="ch" forName="Text3" refType="h" fact="0.7974"/>
              <dgm:constr type="w" for="ch" forName="Text3" refType="w" fact="0.2833"/>
              <dgm:constr type="h" for="ch" forName="Text3" refType="h" fact="0.0999"/>
            </dgm:constrLst>
          </dgm:if>
          <dgm:if name="Name15" axis="ch" ptType="node" func="cnt" op="equ" val="4">
            <dgm:alg type="composite">
              <dgm:param type="ar" val="1.6922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r" for="ch" forName="Image1" refType="w" fact="0.8502"/>
              <dgm:constr type="t" for="ch" forName="Image1" refType="h" fact="0.4119"/>
              <dgm:constr type="w" for="ch" forName="Image1" refType="w" fact="0.5634"/>
              <dgm:constr type="h" for="ch" forName="Image1" refType="h" fact="0.5881"/>
              <dgm:constr type="r" for="ch" forName="Accent1" refType="w" fact="0.8226"/>
              <dgm:constr type="t" for="ch" forName="Accent1" refType="h" fact="0.4563"/>
              <dgm:constr type="w" for="ch" forName="Accent1" refType="w" fact="0.5091"/>
              <dgm:constr type="h" for="ch" forName="Accent1" refType="h" fact="0.4958"/>
              <dgm:constr type="r" for="ch" forName="Image4" refType="w"/>
              <dgm:constr type="t" for="ch" forName="Image4" refType="h" fact="0.7601"/>
              <dgm:constr type="w" for="ch" forName="Image4" refType="w" fact="0.1316"/>
              <dgm:constr type="h" for="ch" forName="Image4" refType="h" fact="0.2262"/>
              <dgm:constr type="r" for="ch" forName="Accent4" refType="w" fact="0.9864"/>
              <dgm:constr type="t" for="ch" forName="Accent4" refType="h" fact="0.7839"/>
              <dgm:constr type="w" for="ch" forName="Accent4" refType="w" fact="0.1045"/>
              <dgm:constr type="h" for="ch" forName="Accent4" refType="h" fact="0.1806"/>
              <dgm:constr type="r" for="ch" forName="Image3" refType="w" fact="0.2682"/>
              <dgm:constr type="t" for="ch" forName="Image3" refType="h" fact="0.6397"/>
              <dgm:constr type="w" for="ch" forName="Image3" refType="w" fact="0.2682"/>
              <dgm:constr type="h" for="ch" forName="Image3" refType="h" fact="0.2805"/>
              <dgm:constr type="r" for="ch" forName="Accent3" refType="w" fact="0.2545"/>
              <dgm:constr type="t" for="ch" forName="Accent3" refType="h" fact="0.6629"/>
              <dgm:constr type="w" for="ch" forName="Accent3" refType="w" fact="0.2409"/>
              <dgm:constr type="h" for="ch" forName="Accent3" refType="h" fact="0.2344"/>
              <dgm:constr type="r" for="ch" forName="Image2" refType="w" fact="0.5056"/>
              <dgm:constr type="t" for="ch" forName="Image2" refType="h" fact="0"/>
              <dgm:constr type="w" for="ch" forName="Image2" refType="w" fact="0.2205"/>
              <dgm:constr type="h" for="ch" forName="Image2" refType="h" fact="0.3806"/>
              <dgm:constr type="r" for="ch" forName="Accent2" refType="w" fact="0.492"/>
              <dgm:constr type="t" for="ch" forName="Accent2" refType="h" fact="0.0231"/>
              <dgm:constr type="w" for="ch" forName="Accent2" refType="w" fact="0.1932"/>
              <dgm:constr type="h" for="ch" forName="Accent2" refType="h" fact="0.3343"/>
              <dgm:constr type="r" for="ch" forName="Text1" refType="w" fact="0.8226"/>
              <dgm:constr type="t" for="ch" forName="Text1" refType="h" fact="0.8032"/>
              <dgm:constr type="w" for="ch" forName="Text1" refType="w" fact="0.5091"/>
              <dgm:constr type="h" for="ch" forName="Text1" refType="h" fact="0.1499"/>
              <dgm:constr type="r" for="ch" forName="Text2" refType="w" fact="0.4922"/>
              <dgm:constr type="t" for="ch" forName="Text2" refType="h" fact="0.2575"/>
              <dgm:constr type="w" for="ch" forName="Text2" refType="w" fact="0.1932"/>
              <dgm:constr type="h" for="ch" forName="Text2" refType="h" fact="0.0999"/>
              <dgm:constr type="r" for="ch" forName="Text3" refType="w" fact="0.2545"/>
              <dgm:constr type="t" for="ch" forName="Text3" refType="h" fact="0.7974"/>
              <dgm:constr type="w" for="ch" forName="Text3" refType="w" fact="0.2409"/>
              <dgm:constr type="h" for="ch" forName="Text3" refType="h" fact="0.0999"/>
              <dgm:constr type="r" for="ch" forName="Text4" refType="w" fact="0.9864"/>
              <dgm:constr type="t" for="ch" forName="Text4" refType="h" fact="0.8647"/>
              <dgm:constr type="w" for="ch" forName="Text4" refType="w" fact="0.1045"/>
              <dgm:constr type="h" for="ch" forName="Text4" refType="h" fact="0.0999"/>
            </dgm:constrLst>
          </dgm:if>
          <dgm:if name="Name16" axis="ch" ptType="node" func="cnt" op="equ" val="5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r" for="ch" forName="Image1" refType="w" fact="0.8502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r" for="ch" forName="Accent1" refType="w" fact="0.8226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r" for="ch" forName="Image4" refType="w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r" for="ch" forName="Accent4" refType="w" fact="0.9864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r" for="ch" forName="Image5" refType="w" fact="0.3723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r" for="ch" forName="Accent5" refType="w" fact="0.358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r" for="ch" forName="Image3" refType="w" fact="0.2682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r" for="ch" forName="Accent3" refType="w" fact="0.254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r" for="ch" forName="Image2" refType="w" fact="0.5056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r" for="ch" forName="Accent2" refType="w" fact="0.492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r" for="ch" forName="Text1" refType="w" fact="0.8226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r" for="ch" forName="Text2" refType="w" fact="0.4922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r" for="ch" forName="Text3" refType="w" fact="0.254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r" for="ch" forName="Text5" refType="w" fact="0.358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r" for="ch" forName="Text4" refType="w" fact="0.9864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if>
          <dgm:else name="Name17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primFontSz" for="des" forName="Text6" refType="primFontSz" refFor="des" refForName="Text1" op="equ"/>
              <dgm:constr type="r" for="ch" forName="Image1" refType="w" fact="0.8502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r" for="ch" forName="Accent1" refType="w" fact="0.8226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r" for="ch" forName="Image4" refType="w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r" for="ch" forName="Accent4" refType="w" fact="0.9864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r" for="ch" forName="Image5" refType="w" fact="0.3713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r" for="ch" forName="Accent5" refType="w" fact="0.358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r" for="ch" forName="Image3" refType="w" fact="0.2682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r" for="ch" forName="Accent3" refType="w" fact="0.254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r" for="ch" forName="Image2" refType="w" fact="0.5056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r" for="ch" forName="Accent2" refType="w" fact="0.492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r" for="ch" forName="Text1" refType="w" fact="0.8226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r" for="ch" forName="Image6" refType="w" fact="0.849"/>
              <dgm:constr type="t" for="ch" forName="Image6" refType="h" fact="0.7301"/>
              <dgm:constr type="w" for="ch" forName="Image6" refType="w" fact="0.2361"/>
              <dgm:constr type="h" for="ch" forName="Image6" refType="h" fact="0.1604"/>
              <dgm:constr type="r" for="ch" forName="Accent6" refType="w" fact="0.8352"/>
              <dgm:constr type="t" for="ch" forName="Accent6" refType="h" fact="0.7467"/>
              <dgm:constr type="w" for="ch" forName="Accent6" refType="w" fact="0.2091"/>
              <dgm:constr type="h" for="ch" forName="Accent6" refType="h" fact="0.1281"/>
              <dgm:constr type="r" for="ch" forName="Text2" refType="w" fact="0.4922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r" for="ch" forName="Text3" refType="w" fact="0.254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r" for="ch" forName="Text5" refType="w" fact="0.358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r" for="ch" forName="Text6" refType="w" fact="0.8352"/>
              <dgm:constr type="t" for="ch" forName="Text6" refType="h" fact="0.8039"/>
              <dgm:constr type="w" for="ch" forName="Text6" refType="w" fact="0.2091"/>
              <dgm:constr type="h" for="ch" forName="Text6" refType="h" fact="0.0709"/>
              <dgm:constr type="r" for="ch" forName="Text4" refType="w" fact="0.9864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else>
        </dgm:choose>
      </dgm:else>
    </dgm:choose>
    <dgm:forEach name="wrapper" axis="self" ptType="parTrans">
      <dgm:forEach name="ImageRepeat" axis="self"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  <dgm:forEach name="accentRepeat" axis="self">
        <dgm:layoutNode name="Accent" styleLbl="parChTrans1D1">
          <dgm:alg type="sp"/>
          <dgm:shape xmlns:r="http://schemas.openxmlformats.org/officeDocument/2006/relationships" type="rect" r:blip="">
            <dgm:adjLst/>
          </dgm:shape>
          <dgm:presOf/>
        </dgm:layoutNode>
      </dgm:forEach>
    </dgm:forEach>
    <dgm:forEach name="Name18" axis="ch" ptType="node" cnt="1">
      <dgm:layoutNode name="Image1">
        <dgm:alg type="sp"/>
        <dgm:shape xmlns:r="http://schemas.openxmlformats.org/officeDocument/2006/relationships" r:blip="">
          <dgm:adjLst/>
        </dgm:shape>
        <dgm:presOf/>
        <dgm:forEach name="Name19" ref="ImageRepeat"/>
      </dgm:layoutNode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"/>
      </dgm:layoutNode>
      <dgm:layoutNode name="Text1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  <dgm:param type="lnSpPar" val="100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21" axis="ch" ptType="node" st="2" cnt="1">
      <dgm:layoutNode name="Image2">
        <dgm:alg type="sp"/>
        <dgm:shape xmlns:r="http://schemas.openxmlformats.org/officeDocument/2006/relationships" r:blip="">
          <dgm:adjLst/>
        </dgm:shape>
        <dgm:presOf/>
        <dgm:forEach name="Name22" ref="ImageRepeat"/>
      </dgm:layoutNode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23" ref="accentRepeat"/>
      </dgm:layoutNode>
      <dgm:layoutNode name="Text2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24" axis="ch" ptType="node" st="3" cnt="1">
      <dgm:layoutNode name="Image3">
        <dgm:alg type="sp"/>
        <dgm:shape xmlns:r="http://schemas.openxmlformats.org/officeDocument/2006/relationships" r:blip="">
          <dgm:adjLst/>
        </dgm:shape>
        <dgm:presOf/>
        <dgm:forEach name="Name25" ref="ImageRepeat"/>
      </dgm:layoutNode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26" ref="accentRepeat"/>
      </dgm:layoutNode>
      <dgm:layoutNode name="Text3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27" axis="ch" ptType="node" st="4" cnt="1">
      <dgm:layoutNode name="Image4">
        <dgm:alg type="sp"/>
        <dgm:shape xmlns:r="http://schemas.openxmlformats.org/officeDocument/2006/relationships" r:blip="">
          <dgm:adjLst/>
        </dgm:shape>
        <dgm:presOf/>
        <dgm:forEach name="Name28" ref="ImageRepeat"/>
      </dgm:layoutNode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9" ref="accentRepeat"/>
      </dgm:layoutNode>
      <dgm:layoutNode name="Text4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30" axis="ch" ptType="node" st="5" cnt="1">
      <dgm:layoutNode name="Image5">
        <dgm:alg type="sp"/>
        <dgm:shape xmlns:r="http://schemas.openxmlformats.org/officeDocument/2006/relationships" r:blip="">
          <dgm:adjLst/>
        </dgm:shape>
        <dgm:presOf/>
        <dgm:forEach name="Name31" ref="ImageRepeat"/>
      </dgm:layoutNode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Text5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33" axis="ch" ptType="node" st="6" cnt="1">
      <dgm:layoutNode name="Image6">
        <dgm:alg type="sp"/>
        <dgm:shape xmlns:r="http://schemas.openxmlformats.org/officeDocument/2006/relationships" r:blip="">
          <dgm:adjLst/>
        </dgm:shape>
        <dgm:presOf/>
        <dgm:forEach name="Name34" ref="ImageRepeat"/>
      </dgm:layoutNode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Text6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D81DDF-98D4-498E-A94D-DDD7A807AD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1BFCE-55A1-4C09-B4B5-9359AD6F4D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4FA28-26D5-4BDF-9A75-C27596ADE055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EB1F3-97EE-4F0D-B402-E34820EC6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4877F-A04A-4D6A-A0A8-95CC6E2D2A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07CFE-5866-4B40-8953-42375E9B5D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2507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E1D6F-8584-4A53-833D-DCA47225B220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3874D-A20A-4B3E-9C12-F524953D5B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30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7464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3821" y="6370429"/>
            <a:ext cx="3500715" cy="309201"/>
          </a:xfrm>
        </p:spPr>
        <p:txBody>
          <a:bodyPr/>
          <a:lstStyle/>
          <a:p>
            <a:fld id="{2D202488-4139-4052-B998-251C9C912739}" type="datetimeFigureOut">
              <a:rPr lang="en-US" noProof="0" smtClean="0"/>
              <a:t>9/19/2026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77464" y="6370430"/>
            <a:ext cx="4973915" cy="30920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77464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40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9/19/2026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C414FF1F-6558-4E39-87DB-276E44F5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688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0777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9/19/2026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80777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13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2239" y="2161853"/>
            <a:ext cx="4645152" cy="3448595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679" y="2168318"/>
            <a:ext cx="4645152" cy="3441520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9/19/2026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15607D-9DE2-4687-AAF8-EF2427252A90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2F96D46B-C1B8-46AB-87DF-61A8058B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775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7315" y="1950795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7315" y="2755515"/>
            <a:ext cx="4645152" cy="2644457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2486" y="1954249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486" y="2752737"/>
            <a:ext cx="4645152" cy="2637371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9/19/2026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4AA55-1960-47F4-BA3C-E97A6F2D0B19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09471694-1220-4CFC-A31F-622E5D3D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8174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9/19/2026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5395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9/19/2026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680F6-C147-410B-94DF-19850752D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4656" y="1865037"/>
            <a:ext cx="8802688" cy="31279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024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9/19/2026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 </a:t>
            </a:r>
          </a:p>
        </p:txBody>
      </p:sp>
    </p:spTree>
    <p:extLst>
      <p:ext uri="{BB962C8B-B14F-4D97-AF65-F5344CB8AC3E}">
        <p14:creationId xmlns:p14="http://schemas.microsoft.com/office/powerpoint/2010/main" val="377124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246" y="1645522"/>
            <a:ext cx="5807176" cy="3840852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0909" y="1645522"/>
            <a:ext cx="3600000" cy="383672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9/19/2026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1B74F78C-6D32-47C3-ABB2-6E7092A9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8165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allery 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394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638" y="5144980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9/19/2026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E9A20D-024F-4A17-9B20-526AA40372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0210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D8F60F-F9DD-4AAC-BF28-C004CCDF2D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7363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F09FDD8-5B1C-4AAA-8EEC-0A77C9E477D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95889" y="5144979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6DF0B7E-E17E-4875-966D-4DE67F755B7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587" y="5144978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85D963-B130-47E9-AFCC-AEBED2B1155B}"/>
              </a:ext>
            </a:extLst>
          </p:cNvPr>
          <p:cNvCxnSpPr>
            <a:cxnSpLocks/>
          </p:cNvCxnSpPr>
          <p:nvPr userDrawn="1"/>
        </p:nvCxnSpPr>
        <p:spPr>
          <a:xfrm>
            <a:off x="448407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9B6CF-713A-4942-BE35-A61AFCDDFD3D}"/>
              </a:ext>
            </a:extLst>
          </p:cNvPr>
          <p:cNvCxnSpPr>
            <a:cxnSpLocks/>
          </p:cNvCxnSpPr>
          <p:nvPr userDrawn="1"/>
        </p:nvCxnSpPr>
        <p:spPr>
          <a:xfrm>
            <a:off x="775774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3809A32-C7A4-4739-994B-BE492F855A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8" y="1617663"/>
            <a:ext cx="9618391" cy="1336675"/>
          </a:xfrm>
        </p:spPr>
        <p:txBody>
          <a:bodyPr>
            <a:no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1ABD52-D5FE-4FC2-8449-5DA0E528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4270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6069" y="6332578"/>
            <a:ext cx="4315852" cy="320123"/>
          </a:xfrm>
        </p:spPr>
        <p:txBody>
          <a:bodyPr/>
          <a:lstStyle>
            <a:lvl1pPr algn="r">
              <a:defRPr/>
            </a:lvl1pPr>
          </a:lstStyle>
          <a:p>
            <a:fld id="{2D202488-4139-4052-B998-251C9C912739}" type="datetimeFigureOut">
              <a:rPr lang="en-US" noProof="0" smtClean="0"/>
              <a:pPr/>
              <a:t>9/19/2026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6332578"/>
            <a:ext cx="5541004" cy="32093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58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363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6923" y="634079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202488-4139-4052-B998-251C9C912739}" type="datetimeFigureOut">
              <a:rPr lang="en-US" noProof="0" smtClean="0"/>
              <a:pPr/>
              <a:t>9/19/2026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4364" y="6339730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Footer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58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7" r:id="rId7"/>
    <p:sldLayoutId id="2147483691" r:id="rId8"/>
    <p:sldLayoutId id="2147483692" r:id="rId9"/>
    <p:sldLayoutId id="2147483696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8.svg"/><Relationship Id="rId7" Type="http://schemas.openxmlformats.org/officeDocument/2006/relationships/diagramLayout" Target="../diagrams/layou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8.jpeg"/><Relationship Id="rId10" Type="http://schemas.microsoft.com/office/2007/relationships/diagramDrawing" Target="../diagrams/drawing1.xml"/><Relationship Id="rId4" Type="http://schemas.openxmlformats.org/officeDocument/2006/relationships/image" Target="../media/image7.jpeg"/><Relationship Id="rId9" Type="http://schemas.openxmlformats.org/officeDocument/2006/relationships/diagramColors" Target="../diagrams/colors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0.svg"/><Relationship Id="rId7" Type="http://schemas.openxmlformats.org/officeDocument/2006/relationships/diagramColors" Target="../diagrams/colors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12.jpeg"/><Relationship Id="rId5" Type="http://schemas.openxmlformats.org/officeDocument/2006/relationships/diagramLayout" Target="../diagrams/layout2.xml"/><Relationship Id="rId10" Type="http://schemas.openxmlformats.org/officeDocument/2006/relationships/image" Target="../media/image11.jpeg"/><Relationship Id="rId4" Type="http://schemas.openxmlformats.org/officeDocument/2006/relationships/diagramData" Target="../diagrams/data2.xml"/><Relationship Id="rId9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2.svg"/><Relationship Id="rId7" Type="http://schemas.openxmlformats.org/officeDocument/2006/relationships/diagramColors" Target="../diagrams/colors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3.xml"/><Relationship Id="rId11" Type="http://schemas.openxmlformats.org/officeDocument/2006/relationships/image" Target="../media/image16.png"/><Relationship Id="rId5" Type="http://schemas.openxmlformats.org/officeDocument/2006/relationships/diagramLayout" Target="../diagrams/layout3.xml"/><Relationship Id="rId10" Type="http://schemas.openxmlformats.org/officeDocument/2006/relationships/image" Target="../media/image15.png"/><Relationship Id="rId4" Type="http://schemas.openxmlformats.org/officeDocument/2006/relationships/diagramData" Target="../diagrams/data3.xml"/><Relationship Id="rId9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13" Type="http://schemas.microsoft.com/office/2007/relationships/diagramDrawing" Target="../diagrams/drawing5.xml"/><Relationship Id="rId3" Type="http://schemas.openxmlformats.org/officeDocument/2006/relationships/image" Target="../media/image15.svg"/><Relationship Id="rId7" Type="http://schemas.openxmlformats.org/officeDocument/2006/relationships/diagramColors" Target="../diagrams/colors4.xml"/><Relationship Id="rId12" Type="http://schemas.openxmlformats.org/officeDocument/2006/relationships/diagramColors" Target="../diagrams/colors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4.xml"/><Relationship Id="rId11" Type="http://schemas.openxmlformats.org/officeDocument/2006/relationships/diagramQuickStyle" Target="../diagrams/quickStyle5.xml"/><Relationship Id="rId5" Type="http://schemas.openxmlformats.org/officeDocument/2006/relationships/diagramLayout" Target="../diagrams/layout4.xml"/><Relationship Id="rId10" Type="http://schemas.openxmlformats.org/officeDocument/2006/relationships/diagramLayout" Target="../diagrams/layout5.xml"/><Relationship Id="rId4" Type="http://schemas.openxmlformats.org/officeDocument/2006/relationships/diagramData" Target="../diagrams/data4.xml"/><Relationship Id="rId9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2.svg"/><Relationship Id="rId7" Type="http://schemas.openxmlformats.org/officeDocument/2006/relationships/diagramColors" Target="../diagrams/colors6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Relationship Id="rId9" Type="http://schemas.openxmlformats.org/officeDocument/2006/relationships/comments" Target="../comments/commen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8.jpe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A56C-7A25-4BD4-AA72-5256E68BE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9441" y="1022843"/>
            <a:ext cx="8637073" cy="1682110"/>
          </a:xfrm>
        </p:spPr>
        <p:txBody>
          <a:bodyPr/>
          <a:lstStyle/>
          <a:p>
            <a:r>
              <a:rPr lang="en-US" dirty="0" smtClean="0"/>
              <a:t>our</a:t>
            </a:r>
            <a:r>
              <a:rPr lang="en-US" dirty="0" smtClean="0"/>
              <a:t> </a:t>
            </a:r>
            <a:r>
              <a:rPr lang="en-US" dirty="0"/>
              <a:t>Invention</a:t>
            </a:r>
          </a:p>
        </p:txBody>
      </p:sp>
      <p:pic>
        <p:nvPicPr>
          <p:cNvPr id="5" name="Graphic 4" descr="Brain in head icon&#10;">
            <a:extLst>
              <a:ext uri="{FF2B5EF4-FFF2-40B4-BE49-F238E27FC236}">
                <a16:creationId xmlns:a16="http://schemas.microsoft.com/office/drawing/2014/main" id="{D011E263-3212-4780-A140-E652B108B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482832" y="1243387"/>
            <a:ext cx="1440000" cy="1461566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BBCF363-1123-45B1-8A9A-ABCDA40EF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9441" y="2704953"/>
            <a:ext cx="8775095" cy="3255900"/>
          </a:xfrm>
        </p:spPr>
        <p:txBody>
          <a:bodyPr>
            <a:normAutofit fontScale="32500" lnSpcReduction="20000"/>
          </a:bodyPr>
          <a:lstStyle/>
          <a:p>
            <a:r>
              <a:rPr lang="en-US" sz="5500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Learn from our notes</a:t>
            </a:r>
          </a:p>
          <a:p>
            <a:endParaRPr lang="en-US" dirty="0">
              <a:solidFill>
                <a:srgbClr val="000000"/>
              </a:solidFill>
              <a:latin typeface="Berlin Sans FB Demi" panose="020E0802020502020306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 smtClean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7600" dirty="0" smtClean="0">
                <a:solidFill>
                  <a:srgbClr val="000000"/>
                </a:solidFill>
                <a:latin typeface="Bernard MT Condensed" panose="02050806060905020404" pitchFamily="18" charset="0"/>
                <a:ea typeface="Tahoma" panose="020B0604030504040204" pitchFamily="34" charset="0"/>
                <a:cs typeface="Tahoma" panose="020B0604030504040204" pitchFamily="34" charset="0"/>
              </a:rPr>
              <a:t> Team </a:t>
            </a:r>
            <a:r>
              <a:rPr lang="en-US" sz="7600" dirty="0">
                <a:solidFill>
                  <a:srgbClr val="000000"/>
                </a:solidFill>
                <a:latin typeface="Bernard MT Condensed" panose="02050806060905020404" pitchFamily="18" charset="0"/>
                <a:ea typeface="Tahoma" panose="020B0604030504040204" pitchFamily="34" charset="0"/>
                <a:cs typeface="Tahoma" panose="020B0604030504040204" pitchFamily="34" charset="0"/>
              </a:rPr>
              <a:t>binary brain</a:t>
            </a:r>
          </a:p>
          <a:p>
            <a:endParaRPr lang="en-US" sz="7600" dirty="0" smtClean="0">
              <a:solidFill>
                <a:srgbClr val="000000"/>
              </a:solidFill>
              <a:latin typeface="Bernard MT Condensed" panose="020508060609050204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Bahnschrift SemiBold 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</a:t>
            </a:r>
          </a:p>
          <a:p>
            <a:r>
              <a:rPr lang="en-US" sz="3300" dirty="0" smtClean="0">
                <a:solidFill>
                  <a:srgbClr val="000000"/>
                </a:solidFill>
                <a:latin typeface="Bahnschrift SemiBold 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                                                                                                                                                                                       </a:t>
            </a:r>
            <a:endParaRPr lang="en-US" sz="1600" dirty="0">
              <a:solidFill>
                <a:srgbClr val="000000"/>
              </a:solidFill>
              <a:latin typeface="Bahnschrift SemiBold Condensed" panose="020B050204020402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200" dirty="0" smtClean="0">
                <a:solidFill>
                  <a:srgbClr val="000000"/>
                </a:solidFill>
                <a:latin typeface="Bahnschrift SemiBold 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2200" dirty="0" smtClean="0">
                <a:solidFill>
                  <a:srgbClr val="000000"/>
                </a:solidFill>
                <a:latin typeface="Bahnschrift SemiBold 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                                                                                                                                                    </a:t>
            </a:r>
            <a:r>
              <a:rPr lang="en-US" sz="4300" dirty="0" smtClean="0">
                <a:solidFill>
                  <a:srgbClr val="000000"/>
                </a:solidFill>
                <a:latin typeface="Bahnschrift SemiBold 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                                | </a:t>
            </a:r>
            <a:r>
              <a:rPr lang="en-US" sz="4300" dirty="0" err="1" smtClean="0">
                <a:solidFill>
                  <a:srgbClr val="000000"/>
                </a:solidFill>
                <a:latin typeface="Bahnschrift SemiBold 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Rashmitha</a:t>
            </a:r>
            <a:r>
              <a:rPr lang="en-US" sz="4300" dirty="0" smtClean="0">
                <a:solidFill>
                  <a:srgbClr val="000000"/>
                </a:solidFill>
                <a:latin typeface="Bahnschrift SemiBold 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300" dirty="0" err="1">
                <a:solidFill>
                  <a:srgbClr val="000000"/>
                </a:solidFill>
                <a:latin typeface="Bahnschrift SemiBold 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ap</a:t>
            </a:r>
            <a:r>
              <a:rPr lang="en-US" sz="4300" dirty="0">
                <a:solidFill>
                  <a:srgbClr val="000000"/>
                </a:solidFill>
                <a:latin typeface="Bahnschrift SemiBold 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| </a:t>
            </a:r>
            <a:r>
              <a:rPr lang="en-US" sz="4300" dirty="0" err="1">
                <a:solidFill>
                  <a:srgbClr val="000000"/>
                </a:solidFill>
                <a:latin typeface="Bahnschrift SemiBold 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sanjana</a:t>
            </a:r>
            <a:r>
              <a:rPr lang="en-US" sz="4300" dirty="0">
                <a:solidFill>
                  <a:srgbClr val="000000"/>
                </a:solidFill>
                <a:latin typeface="Bahnschrift SemiBold 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r </a:t>
            </a:r>
            <a:r>
              <a:rPr lang="en-US" sz="4300" dirty="0" err="1">
                <a:solidFill>
                  <a:srgbClr val="000000"/>
                </a:solidFill>
                <a:latin typeface="Bahnschrift SemiBold 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rao</a:t>
            </a:r>
            <a:r>
              <a:rPr lang="en-US" sz="4300" dirty="0">
                <a:solidFill>
                  <a:srgbClr val="000000"/>
                </a:solidFill>
                <a:latin typeface="Bahnschrift SemiBold 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| </a:t>
            </a:r>
            <a:r>
              <a:rPr lang="en-US" sz="4300" dirty="0" err="1">
                <a:solidFill>
                  <a:srgbClr val="000000"/>
                </a:solidFill>
                <a:latin typeface="Bahnschrift SemiBold 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nireeksha</a:t>
            </a:r>
            <a:r>
              <a:rPr lang="en-US" sz="4300" dirty="0">
                <a:solidFill>
                  <a:srgbClr val="000000"/>
                </a:solidFill>
                <a:latin typeface="Bahnschrift SemiBold 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v     | </a:t>
            </a:r>
            <a:r>
              <a:rPr lang="en-US" sz="4300" dirty="0" err="1">
                <a:solidFill>
                  <a:srgbClr val="000000"/>
                </a:solidFill>
                <a:latin typeface="Bahnschrift SemiBold 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thrisha</a:t>
            </a:r>
            <a:endParaRPr lang="en-US" sz="4300" dirty="0">
              <a:solidFill>
                <a:srgbClr val="000000"/>
              </a:solidFill>
              <a:latin typeface="Bahnschrift SemiBold Condensed" panose="020B050204020402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29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US" dirty="0" smtClean="0">
                <a:latin typeface="Berlin Sans FB Demi" panose="020E0802020502020306" pitchFamily="34" charset="0"/>
              </a:rPr>
              <a:t>The problem</a:t>
            </a:r>
            <a:endParaRPr lang="en-US" dirty="0">
              <a:latin typeface="Berlin Sans FB Demi" panose="020E0802020502020306" pitchFamily="34" charset="0"/>
            </a:endParaRPr>
          </a:p>
        </p:txBody>
      </p:sp>
      <p:pic>
        <p:nvPicPr>
          <p:cNvPr id="4" name="Graphic 3" descr="Lightbulb icon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289" y="1789260"/>
            <a:ext cx="12398973" cy="3450602"/>
          </a:xfrm>
        </p:spPr>
        <p:txBody>
          <a:bodyPr/>
          <a:lstStyle/>
          <a:p>
            <a:pPr marL="0" lvl="0" indent="0">
              <a:buNone/>
            </a:pPr>
            <a:r>
              <a:rPr lang="en-US" dirty="0" smtClean="0"/>
              <a:t>        </a:t>
            </a:r>
            <a:r>
              <a:rPr lang="en-US" sz="2400" dirty="0" smtClean="0"/>
              <a:t>Students read, but do they really learn..?!</a:t>
            </a:r>
          </a:p>
          <a:p>
            <a:pPr marL="0" lvl="0" indent="0">
              <a:buNone/>
            </a:pPr>
            <a:endParaRPr lang="en-US" sz="2400" dirty="0" smtClean="0"/>
          </a:p>
          <a:p>
            <a:r>
              <a:rPr lang="en-US" dirty="0" smtClean="0"/>
              <a:t>                                                     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Read notes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                                                      </a:t>
            </a:r>
            <a:r>
              <a:rPr lang="en-US" dirty="0" smtClean="0">
                <a:sym typeface="Wingdings" panose="05000000000000000000" pitchFamily="2" charset="2"/>
              </a:rPr>
              <a:t>Reads them again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                                                    </a:t>
            </a:r>
            <a:r>
              <a:rPr lang="en-US" dirty="0" smtClean="0">
                <a:sym typeface="Wingdings" panose="05000000000000000000" pitchFamily="2" charset="2"/>
              </a:rPr>
              <a:t>  Try to remember again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                                                      </a:t>
            </a:r>
            <a:r>
              <a:rPr lang="en-US" dirty="0" smtClean="0">
                <a:sym typeface="Wingdings" panose="05000000000000000000" pitchFamily="2" charset="2"/>
              </a:rPr>
              <a:t>No idea what they are weak in…</a:t>
            </a:r>
          </a:p>
          <a:p>
            <a:endParaRPr lang="en-US" dirty="0"/>
          </a:p>
        </p:txBody>
      </p:sp>
      <p:sp>
        <p:nvSpPr>
          <p:cNvPr id="5" name="AutoShape 2" descr="7 quick fixes for common study problems"/>
          <p:cNvSpPr>
            <a:spLocks noChangeAspect="1" noChangeArrowheads="1"/>
          </p:cNvSpPr>
          <p:nvPr/>
        </p:nvSpPr>
        <p:spPr bwMode="auto">
          <a:xfrm>
            <a:off x="-304800" y="0"/>
            <a:ext cx="368060" cy="368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7 quick fixes for common study problems"/>
          <p:cNvSpPr>
            <a:spLocks noChangeAspect="1" noChangeArrowheads="1"/>
          </p:cNvSpPr>
          <p:nvPr/>
        </p:nvSpPr>
        <p:spPr bwMode="auto">
          <a:xfrm>
            <a:off x="-152400" y="152400"/>
            <a:ext cx="368060" cy="368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62" y="2382575"/>
            <a:ext cx="3657600" cy="3172836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209429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US" dirty="0" smtClean="0">
                <a:latin typeface="Berlin Sans FB Demi" panose="020E0802020502020306" pitchFamily="34" charset="0"/>
              </a:rPr>
              <a:t>Our solution..!!</a:t>
            </a:r>
            <a:endParaRPr lang="en-US" dirty="0">
              <a:latin typeface="Berlin Sans FB Demi" panose="020E0802020502020306" pitchFamily="34" charset="0"/>
            </a:endParaRPr>
          </a:p>
        </p:txBody>
      </p:sp>
      <p:pic>
        <p:nvPicPr>
          <p:cNvPr id="5" name="Graphic 4" descr="Man and Woman icon">
            <a:extLst>
              <a:ext uri="{FF2B5EF4-FFF2-40B4-BE49-F238E27FC236}">
                <a16:creationId xmlns:a16="http://schemas.microsoft.com/office/drawing/2014/main" id="{2DED0F48-76A7-437D-9746-E2DF97A1C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853742" y="216211"/>
            <a:ext cx="1122450" cy="11224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245" y="1578634"/>
            <a:ext cx="10164393" cy="4416724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           What if your notes could teach </a:t>
            </a:r>
            <a:r>
              <a:rPr lang="en-US" dirty="0" err="1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youuuu</a:t>
            </a:r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.!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    📄 </a:t>
            </a:r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STUDENT'S </a:t>
            </a:r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NOTES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 ┌──────┼────────┐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Topics  </a:t>
            </a:r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   Questions        Flashcards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     </a:t>
            </a:r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         </a:t>
            </a:r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↓</a:t>
            </a:r>
          </a:p>
          <a:p>
            <a:pPr lvl="0"/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       </a:t>
            </a:r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📝 Quiz</a:t>
            </a:r>
          </a:p>
          <a:p>
            <a:pPr lvl="0"/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     </a:t>
            </a:r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        </a:t>
            </a:r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↓</a:t>
            </a:r>
          </a:p>
          <a:p>
            <a:pPr lvl="0"/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      </a:t>
            </a:r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📊 Score</a:t>
            </a:r>
          </a:p>
          <a:p>
            <a:pPr lvl="0"/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    </a:t>
            </a:r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         </a:t>
            </a:r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↓</a:t>
            </a:r>
          </a:p>
          <a:p>
            <a:pPr lvl="0"/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    </a:t>
            </a:r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🎯 Weak Topics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167" y="1991354"/>
            <a:ext cx="3916391" cy="240811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799" y="2990458"/>
            <a:ext cx="4035236" cy="281802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171071081"/>
              </p:ext>
            </p:extLst>
          </p:nvPr>
        </p:nvGraphicFramePr>
        <p:xfrm flipH="1">
          <a:off x="10159999" y="6092613"/>
          <a:ext cx="45719" cy="457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449431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US" dirty="0" smtClean="0">
                <a:latin typeface="Berlin Sans FB Demi" panose="020E0802020502020306" pitchFamily="34" charset="0"/>
              </a:rPr>
              <a:t>How it works</a:t>
            </a:r>
            <a:endParaRPr lang="en-US" dirty="0">
              <a:latin typeface="Berlin Sans FB Demi" panose="020E0802020502020306" pitchFamily="34" charset="0"/>
            </a:endParaRPr>
          </a:p>
        </p:txBody>
      </p:sp>
      <p:pic>
        <p:nvPicPr>
          <p:cNvPr id="6" name="Graphic 5" descr="Tools icon">
            <a:extLst>
              <a:ext uri="{FF2B5EF4-FFF2-40B4-BE49-F238E27FC236}">
                <a16:creationId xmlns:a16="http://schemas.microsoft.com/office/drawing/2014/main" id="{A0524D64-7C99-4DD6-A26E-C33BE01EC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884045" y="340011"/>
            <a:ext cx="1044000" cy="1044000"/>
          </a:xfrm>
          <a:prstGeom prst="rect">
            <a:avLst/>
          </a:prstGeom>
        </p:spPr>
      </p:pic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9435130"/>
              </p:ext>
            </p:extLst>
          </p:nvPr>
        </p:nvGraphicFramePr>
        <p:xfrm>
          <a:off x="1481667" y="719667"/>
          <a:ext cx="8644465" cy="523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9754">
            <a:off x="6131340" y="2565400"/>
            <a:ext cx="1711739" cy="131233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8914">
            <a:off x="3902694" y="4111491"/>
            <a:ext cx="2031770" cy="164583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55481">
            <a:off x="3183073" y="1945321"/>
            <a:ext cx="1722659" cy="123853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12936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9E978-9605-417C-951F-53F4926CF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777177"/>
            <a:ext cx="9610182" cy="601226"/>
          </a:xfrm>
        </p:spPr>
        <p:txBody>
          <a:bodyPr/>
          <a:lstStyle/>
          <a:p>
            <a:r>
              <a:rPr lang="en-US" dirty="0" smtClean="0">
                <a:latin typeface="Berlin Sans FB Demi" panose="020E0802020502020306" pitchFamily="34" charset="0"/>
              </a:rPr>
              <a:t>The </a:t>
            </a:r>
            <a:r>
              <a:rPr lang="en-US" dirty="0" err="1" smtClean="0">
                <a:latin typeface="Berlin Sans FB Demi" panose="020E0802020502020306" pitchFamily="34" charset="0"/>
              </a:rPr>
              <a:t>quizzz</a:t>
            </a:r>
            <a:r>
              <a:rPr lang="en-US" dirty="0" smtClean="0">
                <a:latin typeface="Berlin Sans FB Demi" panose="020E0802020502020306" pitchFamily="34" charset="0"/>
              </a:rPr>
              <a:t>…</a:t>
            </a:r>
            <a:endParaRPr lang="en-US" dirty="0">
              <a:latin typeface="Berlin Sans FB Demi" panose="020E0802020502020306" pitchFamily="34" charset="0"/>
            </a:endParaRPr>
          </a:p>
        </p:txBody>
      </p:sp>
      <p:pic>
        <p:nvPicPr>
          <p:cNvPr id="7" name="Graphic 6" descr="Gears icon">
            <a:extLst>
              <a:ext uri="{FF2B5EF4-FFF2-40B4-BE49-F238E27FC236}">
                <a16:creationId xmlns:a16="http://schemas.microsoft.com/office/drawing/2014/main" id="{DA9595F8-50AF-4C85-9BC5-B52646E11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916904" y="243287"/>
            <a:ext cx="1122450" cy="112245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6B87E-83DC-455A-94FE-389658903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24C14A-E496-4FF0-8939-7E31F6B95C48}"/>
              </a:ext>
            </a:extLst>
          </p:cNvPr>
          <p:cNvSpPr txBox="1">
            <a:spLocks/>
          </p:cNvSpPr>
          <p:nvPr/>
        </p:nvSpPr>
        <p:spPr>
          <a:xfrm rot="21305939">
            <a:off x="9030346" y="6326092"/>
            <a:ext cx="877925" cy="239647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sz="1400" dirty="0">
                <a:ea typeface="Tahoma" panose="020B0604030504040204" pitchFamily="34" charset="0"/>
                <a:cs typeface="Tahoma" panose="020B0604030504040204" pitchFamily="34" charset="0"/>
              </a:rPr>
              <a:t>&lt;Insert pictures or drawings of your invention design/building process&gt;</a:t>
            </a:r>
          </a:p>
          <a:p>
            <a:pPr algn="ctr">
              <a:spcBef>
                <a:spcPts val="600"/>
              </a:spcBef>
            </a:pPr>
            <a:r>
              <a:rPr lang="en-US" sz="1400" dirty="0">
                <a:ea typeface="Tahoma" panose="020B0604030504040204" pitchFamily="34" charset="0"/>
                <a:cs typeface="Tahoma" panose="020B0604030504040204" pitchFamily="34" charset="0"/>
              </a:rPr>
              <a:t>*you can insert a new slide for these pictures/drawings if you need to!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6980966"/>
              </p:ext>
            </p:extLst>
          </p:nvPr>
        </p:nvGraphicFramePr>
        <p:xfrm>
          <a:off x="1362075" y="2319868"/>
          <a:ext cx="8171392" cy="386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531" y="2689718"/>
            <a:ext cx="788185" cy="85102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150" y="3861501"/>
            <a:ext cx="777533" cy="77753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894" y="5067183"/>
            <a:ext cx="655457" cy="7358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TextBox 13"/>
          <p:cNvSpPr txBox="1"/>
          <p:nvPr/>
        </p:nvSpPr>
        <p:spPr>
          <a:xfrm>
            <a:off x="2040468" y="1596079"/>
            <a:ext cx="54271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Dubai" panose="020B0503030403030204" pitchFamily="34" charset="-78"/>
                <a:cs typeface="Dubai" panose="020B0503030403030204" pitchFamily="34" charset="-78"/>
              </a:rPr>
              <a:t>What is the main purpose of normalization in DBMS..??</a:t>
            </a:r>
            <a:endParaRPr lang="en-IN" sz="28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64098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4" y="889000"/>
            <a:ext cx="7028369" cy="964754"/>
          </a:xfrm>
        </p:spPr>
        <p:txBody>
          <a:bodyPr/>
          <a:lstStyle/>
          <a:p>
            <a:r>
              <a:rPr lang="en-US" dirty="0"/>
              <a:t>The special part :  weak topics</a:t>
            </a:r>
            <a:endParaRPr lang="en-US" dirty="0"/>
          </a:p>
        </p:txBody>
      </p:sp>
      <p:pic>
        <p:nvPicPr>
          <p:cNvPr id="6" name="Graphic 5" descr="Tools icon">
            <a:extLst>
              <a:ext uri="{FF2B5EF4-FFF2-40B4-BE49-F238E27FC236}">
                <a16:creationId xmlns:a16="http://schemas.microsoft.com/office/drawing/2014/main" id="{A0524D64-7C99-4DD6-A26E-C33BE01EC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94333" y="367000"/>
            <a:ext cx="1106712" cy="1044000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10110234" y="6392333"/>
            <a:ext cx="83633" cy="76200"/>
          </a:xfrm>
        </p:spPr>
        <p:txBody>
          <a:bodyPr>
            <a:normAutofit fontScale="25000" lnSpcReduction="20000"/>
          </a:bodyPr>
          <a:lstStyle/>
          <a:p>
            <a:endParaRPr lang="en-IN" sz="100" dirty="0"/>
          </a:p>
        </p:txBody>
      </p:sp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1898437527"/>
              </p:ext>
            </p:extLst>
          </p:nvPr>
        </p:nvGraphicFramePr>
        <p:xfrm>
          <a:off x="2396067" y="431800"/>
          <a:ext cx="7298266" cy="62822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erlin Sans FB Demi" panose="020E0802020502020306" pitchFamily="34" charset="0"/>
              </a:rPr>
              <a:t>TECHNOLOGY</a:t>
            </a:r>
            <a:endParaRPr lang="en-IN" dirty="0">
              <a:latin typeface="Berlin Sans FB Demi" panose="020E0802020502020306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 flipV="1">
            <a:off x="10587090" y="6373031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IN" sz="100" dirty="0"/>
          </a:p>
        </p:txBody>
      </p:sp>
      <p:pic>
        <p:nvPicPr>
          <p:cNvPr id="4" name="Graphic 9" descr="Star icon">
            <a:extLst>
              <a:ext uri="{FF2B5EF4-FFF2-40B4-BE49-F238E27FC236}">
                <a16:creationId xmlns:a16="http://schemas.microsoft.com/office/drawing/2014/main" id="{F76D2371-447B-414B-9273-61F2CA39A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897703" y="280289"/>
            <a:ext cx="1044000" cy="1044000"/>
          </a:xfrm>
          <a:prstGeom prst="rect">
            <a:avLst/>
          </a:prstGeom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441861798"/>
              </p:ext>
            </p:extLst>
          </p:nvPr>
        </p:nvGraphicFramePr>
        <p:xfrm>
          <a:off x="1007533" y="1667933"/>
          <a:ext cx="5410199" cy="4174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487862539"/>
              </p:ext>
            </p:extLst>
          </p:nvPr>
        </p:nvGraphicFramePr>
        <p:xfrm>
          <a:off x="5791200" y="1324288"/>
          <a:ext cx="5106437" cy="5094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452973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erlin Sans FB Demi" panose="020E0802020502020306" pitchFamily="34" charset="0"/>
              </a:rPr>
              <a:t>Current prototype</a:t>
            </a:r>
            <a:endParaRPr lang="en-IN">
              <a:latin typeface="Berlin Sans FB Demi" panose="020E0802020502020306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9729469" y="6507481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IN" sz="100" dirty="0"/>
          </a:p>
        </p:txBody>
      </p:sp>
      <p:pic>
        <p:nvPicPr>
          <p:cNvPr id="4" name="Graphic 6" descr="Gears icon">
            <a:extLst>
              <a:ext uri="{FF2B5EF4-FFF2-40B4-BE49-F238E27FC236}">
                <a16:creationId xmlns:a16="http://schemas.microsoft.com/office/drawing/2014/main" id="{DA9595F8-50AF-4C85-9BC5-B52646E11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775188" y="251956"/>
            <a:ext cx="1122450" cy="1122450"/>
          </a:xfrm>
          <a:prstGeom prst="rect">
            <a:avLst/>
          </a:prstGeom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540708280"/>
              </p:ext>
            </p:extLst>
          </p:nvPr>
        </p:nvGraphicFramePr>
        <p:xfrm>
          <a:off x="1422400" y="1600199"/>
          <a:ext cx="8352788" cy="4351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0889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erlin Sans FB Demi" panose="020E0802020502020306" pitchFamily="34" charset="0"/>
              </a:rPr>
              <a:t>Future scope</a:t>
            </a:r>
            <a:endParaRPr lang="en-IN" dirty="0">
              <a:latin typeface="Berlin Sans FB Demi" panose="020E0802020502020306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10197624" y="6361178"/>
            <a:ext cx="72443" cy="45719"/>
          </a:xfrm>
        </p:spPr>
        <p:txBody>
          <a:bodyPr>
            <a:normAutofit fontScale="25000" lnSpcReduction="20000"/>
          </a:bodyPr>
          <a:lstStyle/>
          <a:p>
            <a:endParaRPr lang="en-IN" sz="100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879325499"/>
              </p:ext>
            </p:extLst>
          </p:nvPr>
        </p:nvGraphicFramePr>
        <p:xfrm>
          <a:off x="1473200" y="1482800"/>
          <a:ext cx="8636000" cy="5249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335" y="5012267"/>
            <a:ext cx="1456266" cy="838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6202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7344" y="6282453"/>
            <a:ext cx="45719" cy="67547"/>
          </a:xfrm>
        </p:spPr>
        <p:txBody>
          <a:bodyPr>
            <a:normAutofit fontScale="90000"/>
          </a:bodyPr>
          <a:lstStyle/>
          <a:p>
            <a:endParaRPr lang="en-IN" sz="1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THANK YOU…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502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Custom 10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84582C"/>
      </a:accent2>
      <a:accent3>
        <a:srgbClr val="002060"/>
      </a:accent3>
      <a:accent4>
        <a:srgbClr val="586EA6"/>
      </a:accent4>
      <a:accent5>
        <a:srgbClr val="586EA6"/>
      </a:accent5>
      <a:accent6>
        <a:srgbClr val="6892A0"/>
      </a:accent6>
      <a:hlink>
        <a:srgbClr val="B71E42"/>
      </a:hlink>
      <a:folHlink>
        <a:srgbClr val="586EA6"/>
      </a:folHlink>
    </a:clrScheme>
    <a:fontScheme name="Default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>
    <a:spDef>
      <a:spPr>
        <a:solidFill>
          <a:srgbClr val="B71E4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0"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66921596_My invention presentation_AAS_v5" id="{87E5ADC5-22B1-48B6-A377-CC62C9F76903}" vid="{35D6D025-A430-4CAD-B81F-81678F6B39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1DB373-C1A1-4924-9AF2-F04368201509}">
  <ds:schemaRefs>
    <ds:schemaRef ds:uri="http://schemas.microsoft.com/office/2006/documentManagement/types"/>
    <ds:schemaRef ds:uri="http://schemas.openxmlformats.org/package/2006/metadata/core-properties"/>
    <ds:schemaRef ds:uri="71af3243-3dd4-4a8d-8c0d-dd76da1f02a5"/>
    <ds:schemaRef ds:uri="http://purl.org/dc/elements/1.1/"/>
    <ds:schemaRef ds:uri="http://purl.org/dc/dcmitype/"/>
    <ds:schemaRef ds:uri="http://schemas.microsoft.com/office/infopath/2007/PartnerControls"/>
    <ds:schemaRef ds:uri="http://purl.org/dc/terms/"/>
    <ds:schemaRef ds:uri="16c05727-aa75-4e4a-9b5f-8a80a1165891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59C8665-7E41-4E8E-957E-307F6F826A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A01955-FFEB-4169-B0BF-D790410D62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My invention</Template>
  <TotalTime>0</TotalTime>
  <Words>218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Algerian</vt:lpstr>
      <vt:lpstr>Arial</vt:lpstr>
      <vt:lpstr>Bahnschrift SemiBold Condensed</vt:lpstr>
      <vt:lpstr>Berlin Sans FB Demi</vt:lpstr>
      <vt:lpstr>Bernard MT Condensed</vt:lpstr>
      <vt:lpstr>Bodoni MT</vt:lpstr>
      <vt:lpstr>Bodoni MT Condensed</vt:lpstr>
      <vt:lpstr>Calibri</vt:lpstr>
      <vt:lpstr>Dubai</vt:lpstr>
      <vt:lpstr>Gill Sans MT</vt:lpstr>
      <vt:lpstr>Tahoma</vt:lpstr>
      <vt:lpstr>Wingdings</vt:lpstr>
      <vt:lpstr>Gallery</vt:lpstr>
      <vt:lpstr>our Invention</vt:lpstr>
      <vt:lpstr>The problem</vt:lpstr>
      <vt:lpstr>Our solution..!!</vt:lpstr>
      <vt:lpstr>How it works</vt:lpstr>
      <vt:lpstr>The quizzz…</vt:lpstr>
      <vt:lpstr>The special part :  weak topics</vt:lpstr>
      <vt:lpstr>TECHNOLOGY</vt:lpstr>
      <vt:lpstr>Current prototype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2026-09-19T05:19:11Z</dcterms:created>
  <dcterms:modified xsi:type="dcterms:W3CDTF">2026-09-19T10:09:03Z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